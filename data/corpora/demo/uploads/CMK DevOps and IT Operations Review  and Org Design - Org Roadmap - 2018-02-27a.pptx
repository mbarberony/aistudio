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1"/>
  </p:notesMasterIdLst>
  <p:sldIdLst>
    <p:sldId id="262" r:id="rId2"/>
    <p:sldId id="263" r:id="rId3"/>
    <p:sldId id="264" r:id="rId4"/>
    <p:sldId id="265" r:id="rId5"/>
    <p:sldId id="266" r:id="rId6"/>
    <p:sldId id="267" r:id="rId7"/>
    <p:sldId id="268" r:id="rId8"/>
    <p:sldId id="269" r:id="rId9"/>
    <p:sldId id="270" r:id="rId10"/>
  </p:sldIdLst>
  <p:sldSz cx="9144000" cy="6858000" type="screen4x3"/>
  <p:notesSz cx="7102475" cy="93884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a:srgbClr val="FC6B27"/>
    <a:srgbClr val="FFFCB4"/>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3605" autoAdjust="0"/>
    <p:restoredTop sz="94660"/>
  </p:normalViewPr>
  <p:slideViewPr>
    <p:cSldViewPr snapToGrid="0">
      <p:cViewPr>
        <p:scale>
          <a:sx n="340" d="100"/>
          <a:sy n="340" d="100"/>
        </p:scale>
        <p:origin x="-8376" y="-69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3AF617-6F11-4D26-981B-DC8648DD715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C6814C33-8955-4880-8E19-F3FEEE4E71EF}">
      <dgm:prSet phldrT="[Text]" custT="1"/>
      <dgm:spPr/>
      <dgm:t>
        <a:bodyPr/>
        <a:lstStyle/>
        <a:p>
          <a:r>
            <a:rPr lang="en-US" sz="1000" dirty="0"/>
            <a:t>Head of </a:t>
          </a:r>
          <a:br>
            <a:rPr lang="en-US" sz="1000" dirty="0"/>
          </a:br>
          <a:r>
            <a:rPr lang="en-US" sz="1000" dirty="0"/>
            <a:t>Technology</a:t>
          </a:r>
        </a:p>
      </dgm:t>
    </dgm:pt>
    <dgm:pt modelId="{6878857C-5EC5-44D1-9C7E-E563E633770F}" type="parTrans" cxnId="{389883C3-ADCB-4A66-AE64-7FDE8FCDE339}">
      <dgm:prSet/>
      <dgm:spPr/>
      <dgm:t>
        <a:bodyPr/>
        <a:lstStyle/>
        <a:p>
          <a:endParaRPr lang="en-US" sz="1000"/>
        </a:p>
      </dgm:t>
    </dgm:pt>
    <dgm:pt modelId="{0E4A8D6A-36E7-41A8-9171-0E6789D971AB}" type="sibTrans" cxnId="{389883C3-ADCB-4A66-AE64-7FDE8FCDE339}">
      <dgm:prSet/>
      <dgm:spPr/>
      <dgm:t>
        <a:bodyPr/>
        <a:lstStyle/>
        <a:p>
          <a:endParaRPr lang="en-US" sz="1000"/>
        </a:p>
      </dgm:t>
    </dgm:pt>
    <dgm:pt modelId="{37451F65-2F9B-45AF-9FE6-C0DA319C7043}" type="asst">
      <dgm:prSet phldrT="[Text]" custT="1"/>
      <dgm:spPr/>
      <dgm:t>
        <a:bodyPr/>
        <a:lstStyle/>
        <a:p>
          <a:r>
            <a:rPr lang="en-US" sz="1000" dirty="0"/>
            <a:t>Chief of Staff / </a:t>
          </a:r>
          <a:r>
            <a:rPr lang="en-US" sz="1000" dirty="0" err="1"/>
            <a:t>Leverager</a:t>
          </a:r>
          <a:endParaRPr lang="en-US" sz="1000" dirty="0"/>
        </a:p>
      </dgm:t>
    </dgm:pt>
    <dgm:pt modelId="{729257DA-4481-425D-A548-56A26F736C3D}" type="parTrans" cxnId="{EF0F4833-A059-4397-9FC4-49BFBF9986F1}">
      <dgm:prSet/>
      <dgm:spPr/>
      <dgm:t>
        <a:bodyPr/>
        <a:lstStyle/>
        <a:p>
          <a:endParaRPr lang="en-US" sz="1000"/>
        </a:p>
      </dgm:t>
    </dgm:pt>
    <dgm:pt modelId="{2F178D00-D21B-4E23-AC2E-C1864436A6B0}" type="sibTrans" cxnId="{EF0F4833-A059-4397-9FC4-49BFBF9986F1}">
      <dgm:prSet/>
      <dgm:spPr/>
      <dgm:t>
        <a:bodyPr/>
        <a:lstStyle/>
        <a:p>
          <a:endParaRPr lang="en-US" sz="1000"/>
        </a:p>
      </dgm:t>
    </dgm:pt>
    <dgm:pt modelId="{5A40E443-C7C0-4D92-8A70-9019F2CAB6E8}">
      <dgm:prSet phldrT="[Text]" custT="1"/>
      <dgm:spPr/>
      <dgm:t>
        <a:bodyPr/>
        <a:lstStyle/>
        <a:p>
          <a:r>
            <a:rPr lang="en-US" sz="1000" dirty="0"/>
            <a:t>IT Engineering and Production</a:t>
          </a:r>
        </a:p>
      </dgm:t>
    </dgm:pt>
    <dgm:pt modelId="{8F67A094-A107-4935-A6E7-8B2CEDDA9931}" type="parTrans" cxnId="{8D2FD29E-0787-4F4D-8982-12F76B39667B}">
      <dgm:prSet/>
      <dgm:spPr/>
      <dgm:t>
        <a:bodyPr/>
        <a:lstStyle/>
        <a:p>
          <a:endParaRPr lang="en-US" sz="1000"/>
        </a:p>
      </dgm:t>
    </dgm:pt>
    <dgm:pt modelId="{03D06833-3FBF-4C52-8CF4-64B2F05C4D40}" type="sibTrans" cxnId="{8D2FD29E-0787-4F4D-8982-12F76B39667B}">
      <dgm:prSet/>
      <dgm:spPr/>
      <dgm:t>
        <a:bodyPr/>
        <a:lstStyle/>
        <a:p>
          <a:endParaRPr lang="en-US" sz="1000"/>
        </a:p>
      </dgm:t>
    </dgm:pt>
    <dgm:pt modelId="{5FD251A0-14BA-430C-A57E-22438F7A358F}">
      <dgm:prSet custT="1"/>
      <dgm:spPr/>
      <dgm:t>
        <a:bodyPr/>
        <a:lstStyle/>
        <a:p>
          <a:pPr>
            <a:buFont typeface="+mj-lt"/>
            <a:buAutoNum type="alphaLcPeriod"/>
          </a:pPr>
          <a:r>
            <a:rPr lang="en-US" sz="1000" dirty="0"/>
            <a:t>Chief Data Officer</a:t>
          </a:r>
        </a:p>
      </dgm:t>
    </dgm:pt>
    <dgm:pt modelId="{25727DB9-3C12-473A-BE80-8F9F2065D365}" type="parTrans" cxnId="{728B0D3F-F26F-4A11-B88B-93A66FD8299E}">
      <dgm:prSet/>
      <dgm:spPr/>
      <dgm:t>
        <a:bodyPr/>
        <a:lstStyle/>
        <a:p>
          <a:endParaRPr lang="en-US" sz="1000"/>
        </a:p>
      </dgm:t>
    </dgm:pt>
    <dgm:pt modelId="{11B4DBF4-8C74-4F17-AE98-A109306D8CA6}" type="sibTrans" cxnId="{728B0D3F-F26F-4A11-B88B-93A66FD8299E}">
      <dgm:prSet/>
      <dgm:spPr/>
      <dgm:t>
        <a:bodyPr/>
        <a:lstStyle/>
        <a:p>
          <a:endParaRPr lang="en-US" sz="1000"/>
        </a:p>
      </dgm:t>
    </dgm:pt>
    <dgm:pt modelId="{7AE86B23-846A-437C-A944-3ACCCFADD6EE}">
      <dgm:prSet custT="1"/>
      <dgm:spPr/>
      <dgm:t>
        <a:bodyPr/>
        <a:lstStyle/>
        <a:p>
          <a:pPr>
            <a:buFont typeface="+mj-lt"/>
            <a:buAutoNum type="alphaLcPeriod"/>
          </a:pPr>
          <a:r>
            <a:rPr lang="en-US" sz="1000" dirty="0"/>
            <a:t>Head of Technology Product Management</a:t>
          </a:r>
        </a:p>
      </dgm:t>
    </dgm:pt>
    <dgm:pt modelId="{2B519B5E-E496-445C-832B-B853FF008CBC}" type="parTrans" cxnId="{509774FC-C361-4C07-B369-322AEB2501B6}">
      <dgm:prSet/>
      <dgm:spPr/>
      <dgm:t>
        <a:bodyPr/>
        <a:lstStyle/>
        <a:p>
          <a:endParaRPr lang="en-US" sz="1000"/>
        </a:p>
      </dgm:t>
    </dgm:pt>
    <dgm:pt modelId="{74F6156A-8226-44BC-AFC4-B57E71584F12}" type="sibTrans" cxnId="{509774FC-C361-4C07-B369-322AEB2501B6}">
      <dgm:prSet/>
      <dgm:spPr/>
      <dgm:t>
        <a:bodyPr/>
        <a:lstStyle/>
        <a:p>
          <a:endParaRPr lang="en-US" sz="1000"/>
        </a:p>
      </dgm:t>
    </dgm:pt>
    <dgm:pt modelId="{0EBA61D8-AB50-4C8C-BFDA-5E7EE47FDCB9}">
      <dgm:prSet custT="1"/>
      <dgm:spPr/>
      <dgm:t>
        <a:bodyPr/>
        <a:lstStyle/>
        <a:p>
          <a:r>
            <a:rPr lang="en-US" sz="1000" dirty="0"/>
            <a:t>Head of Field Support</a:t>
          </a:r>
        </a:p>
      </dgm:t>
    </dgm:pt>
    <dgm:pt modelId="{1A994F0A-A6BE-400A-9131-B2E7FCDD429D}" type="parTrans" cxnId="{8E8C5F19-86BD-4477-9E90-874731A8EDA9}">
      <dgm:prSet/>
      <dgm:spPr/>
      <dgm:t>
        <a:bodyPr/>
        <a:lstStyle/>
        <a:p>
          <a:endParaRPr lang="en-US" sz="1000"/>
        </a:p>
      </dgm:t>
    </dgm:pt>
    <dgm:pt modelId="{BD9F05A7-ADBE-4DC8-9C09-D52B4F7EC4AD}" type="sibTrans" cxnId="{8E8C5F19-86BD-4477-9E90-874731A8EDA9}">
      <dgm:prSet/>
      <dgm:spPr/>
      <dgm:t>
        <a:bodyPr/>
        <a:lstStyle/>
        <a:p>
          <a:endParaRPr lang="en-US" sz="1000"/>
        </a:p>
      </dgm:t>
    </dgm:pt>
    <dgm:pt modelId="{81963804-39AD-4539-B7C5-52BBFD50E1ED}" type="asst">
      <dgm:prSet phldrT="[Text]" custT="1"/>
      <dgm:spPr/>
      <dgm:t>
        <a:bodyPr/>
        <a:lstStyle/>
        <a:p>
          <a:r>
            <a:rPr lang="en-US" sz="1000" dirty="0"/>
            <a:t>CTO</a:t>
          </a:r>
        </a:p>
      </dgm:t>
    </dgm:pt>
    <dgm:pt modelId="{49DAC268-E6E3-4DD3-AD71-A11911A554AA}" type="parTrans" cxnId="{25F7F056-100D-40D7-BABF-FB9D07A865C7}">
      <dgm:prSet/>
      <dgm:spPr/>
      <dgm:t>
        <a:bodyPr/>
        <a:lstStyle/>
        <a:p>
          <a:endParaRPr lang="en-US" sz="1000"/>
        </a:p>
      </dgm:t>
    </dgm:pt>
    <dgm:pt modelId="{CB8B60D1-88CE-4F92-B0EB-91DAC8D6C812}" type="sibTrans" cxnId="{25F7F056-100D-40D7-BABF-FB9D07A865C7}">
      <dgm:prSet/>
      <dgm:spPr/>
      <dgm:t>
        <a:bodyPr/>
        <a:lstStyle/>
        <a:p>
          <a:endParaRPr lang="en-US" sz="1000"/>
        </a:p>
      </dgm:t>
    </dgm:pt>
    <dgm:pt modelId="{1AFD94F9-AF1C-43F6-BA4C-C169B65D78BF}" type="pres">
      <dgm:prSet presAssocID="{A03AF617-6F11-4D26-981B-DC8648DD7156}" presName="hierChild1" presStyleCnt="0">
        <dgm:presLayoutVars>
          <dgm:orgChart val="1"/>
          <dgm:chPref val="1"/>
          <dgm:dir/>
          <dgm:animOne val="branch"/>
          <dgm:animLvl val="lvl"/>
          <dgm:resizeHandles/>
        </dgm:presLayoutVars>
      </dgm:prSet>
      <dgm:spPr/>
      <dgm:t>
        <a:bodyPr/>
        <a:lstStyle/>
        <a:p>
          <a:endParaRPr lang="en-US"/>
        </a:p>
      </dgm:t>
    </dgm:pt>
    <dgm:pt modelId="{872E1B28-1276-4881-BA43-28793E42857E}" type="pres">
      <dgm:prSet presAssocID="{C6814C33-8955-4880-8E19-F3FEEE4E71EF}" presName="hierRoot1" presStyleCnt="0">
        <dgm:presLayoutVars>
          <dgm:hierBranch val="init"/>
        </dgm:presLayoutVars>
      </dgm:prSet>
      <dgm:spPr/>
    </dgm:pt>
    <dgm:pt modelId="{97AC8A46-C336-450D-B2D8-C94155A55667}" type="pres">
      <dgm:prSet presAssocID="{C6814C33-8955-4880-8E19-F3FEEE4E71EF}" presName="rootComposite1" presStyleCnt="0"/>
      <dgm:spPr/>
    </dgm:pt>
    <dgm:pt modelId="{AE2812BD-0E60-4C0C-9F92-41064E158913}" type="pres">
      <dgm:prSet presAssocID="{C6814C33-8955-4880-8E19-F3FEEE4E71EF}" presName="rootText1" presStyleLbl="node0" presStyleIdx="0" presStyleCnt="1">
        <dgm:presLayoutVars>
          <dgm:chPref val="3"/>
        </dgm:presLayoutVars>
      </dgm:prSet>
      <dgm:spPr/>
      <dgm:t>
        <a:bodyPr/>
        <a:lstStyle/>
        <a:p>
          <a:endParaRPr lang="en-US"/>
        </a:p>
      </dgm:t>
    </dgm:pt>
    <dgm:pt modelId="{7C100102-DED9-43D0-B71A-C85DDCD5FF69}" type="pres">
      <dgm:prSet presAssocID="{C6814C33-8955-4880-8E19-F3FEEE4E71EF}" presName="rootConnector1" presStyleLbl="node1" presStyleIdx="0" presStyleCnt="0"/>
      <dgm:spPr/>
      <dgm:t>
        <a:bodyPr/>
        <a:lstStyle/>
        <a:p>
          <a:endParaRPr lang="en-US"/>
        </a:p>
      </dgm:t>
    </dgm:pt>
    <dgm:pt modelId="{A8031BF4-384C-40C1-9357-10F83AD7FCC5}" type="pres">
      <dgm:prSet presAssocID="{C6814C33-8955-4880-8E19-F3FEEE4E71EF}" presName="hierChild2" presStyleCnt="0"/>
      <dgm:spPr/>
    </dgm:pt>
    <dgm:pt modelId="{AE181AD7-BBB7-4546-A400-199AA3F37277}" type="pres">
      <dgm:prSet presAssocID="{8F67A094-A107-4935-A6E7-8B2CEDDA9931}" presName="Name37" presStyleLbl="parChTrans1D2" presStyleIdx="0" presStyleCnt="6"/>
      <dgm:spPr/>
      <dgm:t>
        <a:bodyPr/>
        <a:lstStyle/>
        <a:p>
          <a:endParaRPr lang="en-US"/>
        </a:p>
      </dgm:t>
    </dgm:pt>
    <dgm:pt modelId="{42E0563E-0E8D-4B92-B534-DFAFEB2525E7}" type="pres">
      <dgm:prSet presAssocID="{5A40E443-C7C0-4D92-8A70-9019F2CAB6E8}" presName="hierRoot2" presStyleCnt="0">
        <dgm:presLayoutVars>
          <dgm:hierBranch val="init"/>
        </dgm:presLayoutVars>
      </dgm:prSet>
      <dgm:spPr/>
    </dgm:pt>
    <dgm:pt modelId="{CBF41092-6D80-4C80-9307-C1608ACB71B4}" type="pres">
      <dgm:prSet presAssocID="{5A40E443-C7C0-4D92-8A70-9019F2CAB6E8}" presName="rootComposite" presStyleCnt="0"/>
      <dgm:spPr/>
    </dgm:pt>
    <dgm:pt modelId="{4FCCD477-00EF-4653-A9A1-764D2B973A2A}" type="pres">
      <dgm:prSet presAssocID="{5A40E443-C7C0-4D92-8A70-9019F2CAB6E8}" presName="rootText" presStyleLbl="node2" presStyleIdx="0" presStyleCnt="4">
        <dgm:presLayoutVars>
          <dgm:chPref val="3"/>
        </dgm:presLayoutVars>
      </dgm:prSet>
      <dgm:spPr/>
      <dgm:t>
        <a:bodyPr/>
        <a:lstStyle/>
        <a:p>
          <a:endParaRPr lang="en-US"/>
        </a:p>
      </dgm:t>
    </dgm:pt>
    <dgm:pt modelId="{58A883B6-58BE-4040-BE89-736366E3C60D}" type="pres">
      <dgm:prSet presAssocID="{5A40E443-C7C0-4D92-8A70-9019F2CAB6E8}" presName="rootConnector" presStyleLbl="node2" presStyleIdx="0" presStyleCnt="4"/>
      <dgm:spPr/>
      <dgm:t>
        <a:bodyPr/>
        <a:lstStyle/>
        <a:p>
          <a:endParaRPr lang="en-US"/>
        </a:p>
      </dgm:t>
    </dgm:pt>
    <dgm:pt modelId="{065CB90E-6EFB-402C-B2E5-5D2C3E29A2E7}" type="pres">
      <dgm:prSet presAssocID="{5A40E443-C7C0-4D92-8A70-9019F2CAB6E8}" presName="hierChild4" presStyleCnt="0"/>
      <dgm:spPr/>
    </dgm:pt>
    <dgm:pt modelId="{455D684F-8923-4BE0-A7DD-C73EFE85985A}" type="pres">
      <dgm:prSet presAssocID="{5A40E443-C7C0-4D92-8A70-9019F2CAB6E8}" presName="hierChild5" presStyleCnt="0"/>
      <dgm:spPr/>
    </dgm:pt>
    <dgm:pt modelId="{6AC7D21E-3DE0-4088-B476-277968A40300}" type="pres">
      <dgm:prSet presAssocID="{25727DB9-3C12-473A-BE80-8F9F2065D365}" presName="Name37" presStyleLbl="parChTrans1D2" presStyleIdx="1" presStyleCnt="6"/>
      <dgm:spPr/>
      <dgm:t>
        <a:bodyPr/>
        <a:lstStyle/>
        <a:p>
          <a:endParaRPr lang="en-US"/>
        </a:p>
      </dgm:t>
    </dgm:pt>
    <dgm:pt modelId="{F262B05E-398A-4595-8CEA-518D393DE405}" type="pres">
      <dgm:prSet presAssocID="{5FD251A0-14BA-430C-A57E-22438F7A358F}" presName="hierRoot2" presStyleCnt="0">
        <dgm:presLayoutVars>
          <dgm:hierBranch val="init"/>
        </dgm:presLayoutVars>
      </dgm:prSet>
      <dgm:spPr/>
    </dgm:pt>
    <dgm:pt modelId="{EDBE72F0-D0DF-4AA8-A66C-62BF3734EA58}" type="pres">
      <dgm:prSet presAssocID="{5FD251A0-14BA-430C-A57E-22438F7A358F}" presName="rootComposite" presStyleCnt="0"/>
      <dgm:spPr/>
    </dgm:pt>
    <dgm:pt modelId="{22CAA8D1-51A1-436D-A7A2-3DB043BFAEEA}" type="pres">
      <dgm:prSet presAssocID="{5FD251A0-14BA-430C-A57E-22438F7A358F}" presName="rootText" presStyleLbl="node2" presStyleIdx="1" presStyleCnt="4">
        <dgm:presLayoutVars>
          <dgm:chPref val="3"/>
        </dgm:presLayoutVars>
      </dgm:prSet>
      <dgm:spPr/>
      <dgm:t>
        <a:bodyPr/>
        <a:lstStyle/>
        <a:p>
          <a:endParaRPr lang="en-US"/>
        </a:p>
      </dgm:t>
    </dgm:pt>
    <dgm:pt modelId="{825ED55F-16C2-44DF-94C1-3EFEA60DF7F5}" type="pres">
      <dgm:prSet presAssocID="{5FD251A0-14BA-430C-A57E-22438F7A358F}" presName="rootConnector" presStyleLbl="node2" presStyleIdx="1" presStyleCnt="4"/>
      <dgm:spPr/>
      <dgm:t>
        <a:bodyPr/>
        <a:lstStyle/>
        <a:p>
          <a:endParaRPr lang="en-US"/>
        </a:p>
      </dgm:t>
    </dgm:pt>
    <dgm:pt modelId="{30919688-8B61-42B4-B0E1-1486901B6E1A}" type="pres">
      <dgm:prSet presAssocID="{5FD251A0-14BA-430C-A57E-22438F7A358F}" presName="hierChild4" presStyleCnt="0"/>
      <dgm:spPr/>
    </dgm:pt>
    <dgm:pt modelId="{C56E2556-BC18-4C1B-9D53-D1448DABC8F5}" type="pres">
      <dgm:prSet presAssocID="{5FD251A0-14BA-430C-A57E-22438F7A358F}" presName="hierChild5" presStyleCnt="0"/>
      <dgm:spPr/>
    </dgm:pt>
    <dgm:pt modelId="{50C30AF6-B81C-4288-BB65-0261022B4804}" type="pres">
      <dgm:prSet presAssocID="{2B519B5E-E496-445C-832B-B853FF008CBC}" presName="Name37" presStyleLbl="parChTrans1D2" presStyleIdx="2" presStyleCnt="6"/>
      <dgm:spPr/>
      <dgm:t>
        <a:bodyPr/>
        <a:lstStyle/>
        <a:p>
          <a:endParaRPr lang="en-US"/>
        </a:p>
      </dgm:t>
    </dgm:pt>
    <dgm:pt modelId="{7E29B62A-A3FB-46D3-B6F2-330755FA9874}" type="pres">
      <dgm:prSet presAssocID="{7AE86B23-846A-437C-A944-3ACCCFADD6EE}" presName="hierRoot2" presStyleCnt="0">
        <dgm:presLayoutVars>
          <dgm:hierBranch val="init"/>
        </dgm:presLayoutVars>
      </dgm:prSet>
      <dgm:spPr/>
    </dgm:pt>
    <dgm:pt modelId="{F5CDF9DB-B4F1-458A-9E41-199263F2C7F6}" type="pres">
      <dgm:prSet presAssocID="{7AE86B23-846A-437C-A944-3ACCCFADD6EE}" presName="rootComposite" presStyleCnt="0"/>
      <dgm:spPr/>
    </dgm:pt>
    <dgm:pt modelId="{83F9B8C6-5598-4A71-B93B-2180FE773A0C}" type="pres">
      <dgm:prSet presAssocID="{7AE86B23-846A-437C-A944-3ACCCFADD6EE}" presName="rootText" presStyleLbl="node2" presStyleIdx="2" presStyleCnt="4">
        <dgm:presLayoutVars>
          <dgm:chPref val="3"/>
        </dgm:presLayoutVars>
      </dgm:prSet>
      <dgm:spPr/>
      <dgm:t>
        <a:bodyPr/>
        <a:lstStyle/>
        <a:p>
          <a:endParaRPr lang="en-US"/>
        </a:p>
      </dgm:t>
    </dgm:pt>
    <dgm:pt modelId="{F7EEA5CF-6382-44DC-8BF3-A442ED492611}" type="pres">
      <dgm:prSet presAssocID="{7AE86B23-846A-437C-A944-3ACCCFADD6EE}" presName="rootConnector" presStyleLbl="node2" presStyleIdx="2" presStyleCnt="4"/>
      <dgm:spPr/>
      <dgm:t>
        <a:bodyPr/>
        <a:lstStyle/>
        <a:p>
          <a:endParaRPr lang="en-US"/>
        </a:p>
      </dgm:t>
    </dgm:pt>
    <dgm:pt modelId="{5365DFD4-071B-4E56-8DB8-9FC2B8E10DFF}" type="pres">
      <dgm:prSet presAssocID="{7AE86B23-846A-437C-A944-3ACCCFADD6EE}" presName="hierChild4" presStyleCnt="0"/>
      <dgm:spPr/>
    </dgm:pt>
    <dgm:pt modelId="{01C5EA28-8557-4428-9D8A-F2F665BBE2E0}" type="pres">
      <dgm:prSet presAssocID="{7AE86B23-846A-437C-A944-3ACCCFADD6EE}" presName="hierChild5" presStyleCnt="0"/>
      <dgm:spPr/>
    </dgm:pt>
    <dgm:pt modelId="{BCFC46AA-A200-437F-85BD-18150829FBC4}" type="pres">
      <dgm:prSet presAssocID="{1A994F0A-A6BE-400A-9131-B2E7FCDD429D}" presName="Name37" presStyleLbl="parChTrans1D2" presStyleIdx="3" presStyleCnt="6"/>
      <dgm:spPr/>
      <dgm:t>
        <a:bodyPr/>
        <a:lstStyle/>
        <a:p>
          <a:endParaRPr lang="en-US"/>
        </a:p>
      </dgm:t>
    </dgm:pt>
    <dgm:pt modelId="{E5E6AC2E-568C-4B97-93F8-DE4881AEA3EC}" type="pres">
      <dgm:prSet presAssocID="{0EBA61D8-AB50-4C8C-BFDA-5E7EE47FDCB9}" presName="hierRoot2" presStyleCnt="0">
        <dgm:presLayoutVars>
          <dgm:hierBranch val="init"/>
        </dgm:presLayoutVars>
      </dgm:prSet>
      <dgm:spPr/>
    </dgm:pt>
    <dgm:pt modelId="{D056FD07-6B39-40F7-8157-8A4E40E71BE7}" type="pres">
      <dgm:prSet presAssocID="{0EBA61D8-AB50-4C8C-BFDA-5E7EE47FDCB9}" presName="rootComposite" presStyleCnt="0"/>
      <dgm:spPr/>
    </dgm:pt>
    <dgm:pt modelId="{B8B5EA46-5A89-4445-94AA-870576DF2BE5}" type="pres">
      <dgm:prSet presAssocID="{0EBA61D8-AB50-4C8C-BFDA-5E7EE47FDCB9}" presName="rootText" presStyleLbl="node2" presStyleIdx="3" presStyleCnt="4">
        <dgm:presLayoutVars>
          <dgm:chPref val="3"/>
        </dgm:presLayoutVars>
      </dgm:prSet>
      <dgm:spPr/>
      <dgm:t>
        <a:bodyPr/>
        <a:lstStyle/>
        <a:p>
          <a:endParaRPr lang="en-US"/>
        </a:p>
      </dgm:t>
    </dgm:pt>
    <dgm:pt modelId="{FCAD5005-295D-4A9C-81BC-BFC2265DBDAC}" type="pres">
      <dgm:prSet presAssocID="{0EBA61D8-AB50-4C8C-BFDA-5E7EE47FDCB9}" presName="rootConnector" presStyleLbl="node2" presStyleIdx="3" presStyleCnt="4"/>
      <dgm:spPr/>
      <dgm:t>
        <a:bodyPr/>
        <a:lstStyle/>
        <a:p>
          <a:endParaRPr lang="en-US"/>
        </a:p>
      </dgm:t>
    </dgm:pt>
    <dgm:pt modelId="{F9DD7DDD-5DA1-4759-8BAE-91E157E41032}" type="pres">
      <dgm:prSet presAssocID="{0EBA61D8-AB50-4C8C-BFDA-5E7EE47FDCB9}" presName="hierChild4" presStyleCnt="0"/>
      <dgm:spPr/>
    </dgm:pt>
    <dgm:pt modelId="{A75163D5-7F09-4E9D-BC5C-A7D576360A89}" type="pres">
      <dgm:prSet presAssocID="{0EBA61D8-AB50-4C8C-BFDA-5E7EE47FDCB9}" presName="hierChild5" presStyleCnt="0"/>
      <dgm:spPr/>
    </dgm:pt>
    <dgm:pt modelId="{91E1F3A3-8FED-42D6-B209-BD95BF5A87AD}" type="pres">
      <dgm:prSet presAssocID="{C6814C33-8955-4880-8E19-F3FEEE4E71EF}" presName="hierChild3" presStyleCnt="0"/>
      <dgm:spPr/>
    </dgm:pt>
    <dgm:pt modelId="{00CA85F7-5FB0-4DCF-A630-522466AD3D89}" type="pres">
      <dgm:prSet presAssocID="{729257DA-4481-425D-A548-56A26F736C3D}" presName="Name111" presStyleLbl="parChTrans1D2" presStyleIdx="4" presStyleCnt="6"/>
      <dgm:spPr/>
      <dgm:t>
        <a:bodyPr/>
        <a:lstStyle/>
        <a:p>
          <a:endParaRPr lang="en-US"/>
        </a:p>
      </dgm:t>
    </dgm:pt>
    <dgm:pt modelId="{9300AC77-661A-4427-8428-53D41A093E91}" type="pres">
      <dgm:prSet presAssocID="{37451F65-2F9B-45AF-9FE6-C0DA319C7043}" presName="hierRoot3" presStyleCnt="0">
        <dgm:presLayoutVars>
          <dgm:hierBranch val="init"/>
        </dgm:presLayoutVars>
      </dgm:prSet>
      <dgm:spPr/>
    </dgm:pt>
    <dgm:pt modelId="{3A90BA6A-0DA1-425A-A8C1-30BDDF725EB3}" type="pres">
      <dgm:prSet presAssocID="{37451F65-2F9B-45AF-9FE6-C0DA319C7043}" presName="rootComposite3" presStyleCnt="0"/>
      <dgm:spPr/>
    </dgm:pt>
    <dgm:pt modelId="{9F039A72-1BAA-4E34-A0C6-A2780E69889D}" type="pres">
      <dgm:prSet presAssocID="{37451F65-2F9B-45AF-9FE6-C0DA319C7043}" presName="rootText3" presStyleLbl="asst1" presStyleIdx="0" presStyleCnt="2">
        <dgm:presLayoutVars>
          <dgm:chPref val="3"/>
        </dgm:presLayoutVars>
      </dgm:prSet>
      <dgm:spPr/>
      <dgm:t>
        <a:bodyPr/>
        <a:lstStyle/>
        <a:p>
          <a:endParaRPr lang="en-US"/>
        </a:p>
      </dgm:t>
    </dgm:pt>
    <dgm:pt modelId="{24103CC5-5E9E-4325-9509-BD4E4140317A}" type="pres">
      <dgm:prSet presAssocID="{37451F65-2F9B-45AF-9FE6-C0DA319C7043}" presName="rootConnector3" presStyleLbl="asst1" presStyleIdx="0" presStyleCnt="2"/>
      <dgm:spPr/>
      <dgm:t>
        <a:bodyPr/>
        <a:lstStyle/>
        <a:p>
          <a:endParaRPr lang="en-US"/>
        </a:p>
      </dgm:t>
    </dgm:pt>
    <dgm:pt modelId="{5682BDCA-A39F-4E3F-B7D8-15A5BA92CD9B}" type="pres">
      <dgm:prSet presAssocID="{37451F65-2F9B-45AF-9FE6-C0DA319C7043}" presName="hierChild6" presStyleCnt="0"/>
      <dgm:spPr/>
    </dgm:pt>
    <dgm:pt modelId="{3423003F-3E3A-4C07-B551-A64F5DABBDC3}" type="pres">
      <dgm:prSet presAssocID="{37451F65-2F9B-45AF-9FE6-C0DA319C7043}" presName="hierChild7" presStyleCnt="0"/>
      <dgm:spPr/>
    </dgm:pt>
    <dgm:pt modelId="{B5FB0030-33F8-43BD-AD54-2B377A20ACD5}" type="pres">
      <dgm:prSet presAssocID="{49DAC268-E6E3-4DD3-AD71-A11911A554AA}" presName="Name111" presStyleLbl="parChTrans1D2" presStyleIdx="5" presStyleCnt="6"/>
      <dgm:spPr/>
      <dgm:t>
        <a:bodyPr/>
        <a:lstStyle/>
        <a:p>
          <a:endParaRPr lang="en-US"/>
        </a:p>
      </dgm:t>
    </dgm:pt>
    <dgm:pt modelId="{1CE44AD9-8EDA-47DD-B371-86A84A746EA0}" type="pres">
      <dgm:prSet presAssocID="{81963804-39AD-4539-B7C5-52BBFD50E1ED}" presName="hierRoot3" presStyleCnt="0">
        <dgm:presLayoutVars>
          <dgm:hierBranch val="init"/>
        </dgm:presLayoutVars>
      </dgm:prSet>
      <dgm:spPr/>
    </dgm:pt>
    <dgm:pt modelId="{4F474D23-4F43-4800-AFF8-088537CBA247}" type="pres">
      <dgm:prSet presAssocID="{81963804-39AD-4539-B7C5-52BBFD50E1ED}" presName="rootComposite3" presStyleCnt="0"/>
      <dgm:spPr/>
    </dgm:pt>
    <dgm:pt modelId="{F1CCBBAF-2A16-4FEC-AE90-236956ED72F1}" type="pres">
      <dgm:prSet presAssocID="{81963804-39AD-4539-B7C5-52BBFD50E1ED}" presName="rootText3" presStyleLbl="asst1" presStyleIdx="1" presStyleCnt="2">
        <dgm:presLayoutVars>
          <dgm:chPref val="3"/>
        </dgm:presLayoutVars>
      </dgm:prSet>
      <dgm:spPr/>
      <dgm:t>
        <a:bodyPr/>
        <a:lstStyle/>
        <a:p>
          <a:endParaRPr lang="en-US"/>
        </a:p>
      </dgm:t>
    </dgm:pt>
    <dgm:pt modelId="{FD489E18-99DA-4226-B9B2-5EB77661C639}" type="pres">
      <dgm:prSet presAssocID="{81963804-39AD-4539-B7C5-52BBFD50E1ED}" presName="rootConnector3" presStyleLbl="asst1" presStyleIdx="1" presStyleCnt="2"/>
      <dgm:spPr/>
      <dgm:t>
        <a:bodyPr/>
        <a:lstStyle/>
        <a:p>
          <a:endParaRPr lang="en-US"/>
        </a:p>
      </dgm:t>
    </dgm:pt>
    <dgm:pt modelId="{CB0CDF2F-0AD6-4C5D-BFAE-9CB95BD7D70F}" type="pres">
      <dgm:prSet presAssocID="{81963804-39AD-4539-B7C5-52BBFD50E1ED}" presName="hierChild6" presStyleCnt="0"/>
      <dgm:spPr/>
    </dgm:pt>
    <dgm:pt modelId="{39533B0B-0D13-4975-B878-16A9CA89A2E8}" type="pres">
      <dgm:prSet presAssocID="{81963804-39AD-4539-B7C5-52BBFD50E1ED}" presName="hierChild7" presStyleCnt="0"/>
      <dgm:spPr/>
    </dgm:pt>
  </dgm:ptLst>
  <dgm:cxnLst>
    <dgm:cxn modelId="{114EFAD4-0AE8-44F3-B619-B637F879F4C2}" type="presOf" srcId="{A03AF617-6F11-4D26-981B-DC8648DD7156}" destId="{1AFD94F9-AF1C-43F6-BA4C-C169B65D78BF}" srcOrd="0" destOrd="0" presId="urn:microsoft.com/office/officeart/2005/8/layout/orgChart1"/>
    <dgm:cxn modelId="{70D07E2D-9DCF-4540-9934-16C588409274}" type="presOf" srcId="{5A40E443-C7C0-4D92-8A70-9019F2CAB6E8}" destId="{4FCCD477-00EF-4653-A9A1-764D2B973A2A}" srcOrd="0" destOrd="0" presId="urn:microsoft.com/office/officeart/2005/8/layout/orgChart1"/>
    <dgm:cxn modelId="{22477C5D-11F7-41D3-8447-5260A3780817}" type="presOf" srcId="{49DAC268-E6E3-4DD3-AD71-A11911A554AA}" destId="{B5FB0030-33F8-43BD-AD54-2B377A20ACD5}" srcOrd="0" destOrd="0" presId="urn:microsoft.com/office/officeart/2005/8/layout/orgChart1"/>
    <dgm:cxn modelId="{7C75A240-37D7-4708-9F99-2ABF0A455A35}" type="presOf" srcId="{37451F65-2F9B-45AF-9FE6-C0DA319C7043}" destId="{24103CC5-5E9E-4325-9509-BD4E4140317A}" srcOrd="1" destOrd="0" presId="urn:microsoft.com/office/officeart/2005/8/layout/orgChart1"/>
    <dgm:cxn modelId="{10035973-34B8-46E6-9C46-BA2BB7CA60B1}" type="presOf" srcId="{0EBA61D8-AB50-4C8C-BFDA-5E7EE47FDCB9}" destId="{B8B5EA46-5A89-4445-94AA-870576DF2BE5}" srcOrd="0" destOrd="0" presId="urn:microsoft.com/office/officeart/2005/8/layout/orgChart1"/>
    <dgm:cxn modelId="{4DAE66C0-B69B-4DB8-A0E3-F0836703681B}" type="presOf" srcId="{37451F65-2F9B-45AF-9FE6-C0DA319C7043}" destId="{9F039A72-1BAA-4E34-A0C6-A2780E69889D}" srcOrd="0" destOrd="0" presId="urn:microsoft.com/office/officeart/2005/8/layout/orgChart1"/>
    <dgm:cxn modelId="{9B5F105E-4724-4285-9B21-B52FEBF1DF63}" type="presOf" srcId="{2B519B5E-E496-445C-832B-B853FF008CBC}" destId="{50C30AF6-B81C-4288-BB65-0261022B4804}" srcOrd="0" destOrd="0" presId="urn:microsoft.com/office/officeart/2005/8/layout/orgChart1"/>
    <dgm:cxn modelId="{728B0D3F-F26F-4A11-B88B-93A66FD8299E}" srcId="{C6814C33-8955-4880-8E19-F3FEEE4E71EF}" destId="{5FD251A0-14BA-430C-A57E-22438F7A358F}" srcOrd="3" destOrd="0" parTransId="{25727DB9-3C12-473A-BE80-8F9F2065D365}" sibTransId="{11B4DBF4-8C74-4F17-AE98-A109306D8CA6}"/>
    <dgm:cxn modelId="{389883C3-ADCB-4A66-AE64-7FDE8FCDE339}" srcId="{A03AF617-6F11-4D26-981B-DC8648DD7156}" destId="{C6814C33-8955-4880-8E19-F3FEEE4E71EF}" srcOrd="0" destOrd="0" parTransId="{6878857C-5EC5-44D1-9C7E-E563E633770F}" sibTransId="{0E4A8D6A-36E7-41A8-9171-0E6789D971AB}"/>
    <dgm:cxn modelId="{509774FC-C361-4C07-B369-322AEB2501B6}" srcId="{C6814C33-8955-4880-8E19-F3FEEE4E71EF}" destId="{7AE86B23-846A-437C-A944-3ACCCFADD6EE}" srcOrd="4" destOrd="0" parTransId="{2B519B5E-E496-445C-832B-B853FF008CBC}" sibTransId="{74F6156A-8226-44BC-AFC4-B57E71584F12}"/>
    <dgm:cxn modelId="{C00CF29A-3F68-48D8-BCC8-1A6799DC9813}" type="presOf" srcId="{5FD251A0-14BA-430C-A57E-22438F7A358F}" destId="{22CAA8D1-51A1-436D-A7A2-3DB043BFAEEA}" srcOrd="0" destOrd="0" presId="urn:microsoft.com/office/officeart/2005/8/layout/orgChart1"/>
    <dgm:cxn modelId="{25F7F056-100D-40D7-BABF-FB9D07A865C7}" srcId="{C6814C33-8955-4880-8E19-F3FEEE4E71EF}" destId="{81963804-39AD-4539-B7C5-52BBFD50E1ED}" srcOrd="1" destOrd="0" parTransId="{49DAC268-E6E3-4DD3-AD71-A11911A554AA}" sibTransId="{CB8B60D1-88CE-4F92-B0EB-91DAC8D6C812}"/>
    <dgm:cxn modelId="{EF0F4833-A059-4397-9FC4-49BFBF9986F1}" srcId="{C6814C33-8955-4880-8E19-F3FEEE4E71EF}" destId="{37451F65-2F9B-45AF-9FE6-C0DA319C7043}" srcOrd="0" destOrd="0" parTransId="{729257DA-4481-425D-A548-56A26F736C3D}" sibTransId="{2F178D00-D21B-4E23-AC2E-C1864436A6B0}"/>
    <dgm:cxn modelId="{2604F5B1-B0CC-4DD1-A173-B1BA443257DF}" type="presOf" srcId="{0EBA61D8-AB50-4C8C-BFDA-5E7EE47FDCB9}" destId="{FCAD5005-295D-4A9C-81BC-BFC2265DBDAC}" srcOrd="1" destOrd="0" presId="urn:microsoft.com/office/officeart/2005/8/layout/orgChart1"/>
    <dgm:cxn modelId="{8586DE36-4229-493B-8342-B8FCD8689988}" type="presOf" srcId="{25727DB9-3C12-473A-BE80-8F9F2065D365}" destId="{6AC7D21E-3DE0-4088-B476-277968A40300}" srcOrd="0" destOrd="0" presId="urn:microsoft.com/office/officeart/2005/8/layout/orgChart1"/>
    <dgm:cxn modelId="{B4FC0A74-951C-46E7-8C33-43518825D3EB}" type="presOf" srcId="{8F67A094-A107-4935-A6E7-8B2CEDDA9931}" destId="{AE181AD7-BBB7-4546-A400-199AA3F37277}" srcOrd="0" destOrd="0" presId="urn:microsoft.com/office/officeart/2005/8/layout/orgChart1"/>
    <dgm:cxn modelId="{40C9A053-DC67-4239-AD24-59207DF1A728}" type="presOf" srcId="{7AE86B23-846A-437C-A944-3ACCCFADD6EE}" destId="{F7EEA5CF-6382-44DC-8BF3-A442ED492611}" srcOrd="1" destOrd="0" presId="urn:microsoft.com/office/officeart/2005/8/layout/orgChart1"/>
    <dgm:cxn modelId="{89EA70B0-CBE2-49DC-9AD7-9126278255AA}" type="presOf" srcId="{C6814C33-8955-4880-8E19-F3FEEE4E71EF}" destId="{AE2812BD-0E60-4C0C-9F92-41064E158913}" srcOrd="0" destOrd="0" presId="urn:microsoft.com/office/officeart/2005/8/layout/orgChart1"/>
    <dgm:cxn modelId="{8059EE93-114B-4A6C-804A-82E17834B72A}" type="presOf" srcId="{7AE86B23-846A-437C-A944-3ACCCFADD6EE}" destId="{83F9B8C6-5598-4A71-B93B-2180FE773A0C}" srcOrd="0" destOrd="0" presId="urn:microsoft.com/office/officeart/2005/8/layout/orgChart1"/>
    <dgm:cxn modelId="{53F075D5-C2CB-4B1B-810A-4DBBD8F4684C}" type="presOf" srcId="{81963804-39AD-4539-B7C5-52BBFD50E1ED}" destId="{FD489E18-99DA-4226-B9B2-5EB77661C639}" srcOrd="1" destOrd="0" presId="urn:microsoft.com/office/officeart/2005/8/layout/orgChart1"/>
    <dgm:cxn modelId="{BEF85409-06B7-4203-8CB8-23D1F86732A4}" type="presOf" srcId="{729257DA-4481-425D-A548-56A26F736C3D}" destId="{00CA85F7-5FB0-4DCF-A630-522466AD3D89}" srcOrd="0" destOrd="0" presId="urn:microsoft.com/office/officeart/2005/8/layout/orgChart1"/>
    <dgm:cxn modelId="{8D2FD29E-0787-4F4D-8982-12F76B39667B}" srcId="{C6814C33-8955-4880-8E19-F3FEEE4E71EF}" destId="{5A40E443-C7C0-4D92-8A70-9019F2CAB6E8}" srcOrd="2" destOrd="0" parTransId="{8F67A094-A107-4935-A6E7-8B2CEDDA9931}" sibTransId="{03D06833-3FBF-4C52-8CF4-64B2F05C4D40}"/>
    <dgm:cxn modelId="{6D14C2DF-7078-42BE-A5A7-E74447881187}" type="presOf" srcId="{5A40E443-C7C0-4D92-8A70-9019F2CAB6E8}" destId="{58A883B6-58BE-4040-BE89-736366E3C60D}" srcOrd="1" destOrd="0" presId="urn:microsoft.com/office/officeart/2005/8/layout/orgChart1"/>
    <dgm:cxn modelId="{56E9297D-E76D-49D1-89A3-D3F07014E5D2}" type="presOf" srcId="{5FD251A0-14BA-430C-A57E-22438F7A358F}" destId="{825ED55F-16C2-44DF-94C1-3EFEA60DF7F5}" srcOrd="1" destOrd="0" presId="urn:microsoft.com/office/officeart/2005/8/layout/orgChart1"/>
    <dgm:cxn modelId="{0E195AAF-6424-4365-BD7E-2BDCA6FCFAEC}" type="presOf" srcId="{1A994F0A-A6BE-400A-9131-B2E7FCDD429D}" destId="{BCFC46AA-A200-437F-85BD-18150829FBC4}" srcOrd="0" destOrd="0" presId="urn:microsoft.com/office/officeart/2005/8/layout/orgChart1"/>
    <dgm:cxn modelId="{37C4D028-7263-4A19-9415-4F756F6AD4E0}" type="presOf" srcId="{C6814C33-8955-4880-8E19-F3FEEE4E71EF}" destId="{7C100102-DED9-43D0-B71A-C85DDCD5FF69}" srcOrd="1" destOrd="0" presId="urn:microsoft.com/office/officeart/2005/8/layout/orgChart1"/>
    <dgm:cxn modelId="{F9B1AA55-1AAF-40F3-9BF1-D72E55225153}" type="presOf" srcId="{81963804-39AD-4539-B7C5-52BBFD50E1ED}" destId="{F1CCBBAF-2A16-4FEC-AE90-236956ED72F1}" srcOrd="0" destOrd="0" presId="urn:microsoft.com/office/officeart/2005/8/layout/orgChart1"/>
    <dgm:cxn modelId="{8E8C5F19-86BD-4477-9E90-874731A8EDA9}" srcId="{C6814C33-8955-4880-8E19-F3FEEE4E71EF}" destId="{0EBA61D8-AB50-4C8C-BFDA-5E7EE47FDCB9}" srcOrd="5" destOrd="0" parTransId="{1A994F0A-A6BE-400A-9131-B2E7FCDD429D}" sibTransId="{BD9F05A7-ADBE-4DC8-9C09-D52B4F7EC4AD}"/>
    <dgm:cxn modelId="{93F8D004-C71E-4737-BC0E-018EE9A21689}" type="presParOf" srcId="{1AFD94F9-AF1C-43F6-BA4C-C169B65D78BF}" destId="{872E1B28-1276-4881-BA43-28793E42857E}" srcOrd="0" destOrd="0" presId="urn:microsoft.com/office/officeart/2005/8/layout/orgChart1"/>
    <dgm:cxn modelId="{6049BEF5-77E4-4B8C-9EBF-D214D6C74B11}" type="presParOf" srcId="{872E1B28-1276-4881-BA43-28793E42857E}" destId="{97AC8A46-C336-450D-B2D8-C94155A55667}" srcOrd="0" destOrd="0" presId="urn:microsoft.com/office/officeart/2005/8/layout/orgChart1"/>
    <dgm:cxn modelId="{FB813773-2CCC-4169-BB33-FB3B4F45F3E8}" type="presParOf" srcId="{97AC8A46-C336-450D-B2D8-C94155A55667}" destId="{AE2812BD-0E60-4C0C-9F92-41064E158913}" srcOrd="0" destOrd="0" presId="urn:microsoft.com/office/officeart/2005/8/layout/orgChart1"/>
    <dgm:cxn modelId="{E3FE835C-7613-4EBF-B252-BD498A491E8F}" type="presParOf" srcId="{97AC8A46-C336-450D-B2D8-C94155A55667}" destId="{7C100102-DED9-43D0-B71A-C85DDCD5FF69}" srcOrd="1" destOrd="0" presId="urn:microsoft.com/office/officeart/2005/8/layout/orgChart1"/>
    <dgm:cxn modelId="{AC187496-2A62-4DA1-B3FB-90F8F569987B}" type="presParOf" srcId="{872E1B28-1276-4881-BA43-28793E42857E}" destId="{A8031BF4-384C-40C1-9357-10F83AD7FCC5}" srcOrd="1" destOrd="0" presId="urn:microsoft.com/office/officeart/2005/8/layout/orgChart1"/>
    <dgm:cxn modelId="{A1B516D5-CA55-4279-9248-8A3BE3A9D6B2}" type="presParOf" srcId="{A8031BF4-384C-40C1-9357-10F83AD7FCC5}" destId="{AE181AD7-BBB7-4546-A400-199AA3F37277}" srcOrd="0" destOrd="0" presId="urn:microsoft.com/office/officeart/2005/8/layout/orgChart1"/>
    <dgm:cxn modelId="{C99F7A16-8797-444F-B2A7-E71C2C03F094}" type="presParOf" srcId="{A8031BF4-384C-40C1-9357-10F83AD7FCC5}" destId="{42E0563E-0E8D-4B92-B534-DFAFEB2525E7}" srcOrd="1" destOrd="0" presId="urn:microsoft.com/office/officeart/2005/8/layout/orgChart1"/>
    <dgm:cxn modelId="{07E2D702-6755-4B6F-8C2C-691FAC176A71}" type="presParOf" srcId="{42E0563E-0E8D-4B92-B534-DFAFEB2525E7}" destId="{CBF41092-6D80-4C80-9307-C1608ACB71B4}" srcOrd="0" destOrd="0" presId="urn:microsoft.com/office/officeart/2005/8/layout/orgChart1"/>
    <dgm:cxn modelId="{633616C3-65A4-4FAB-9C95-2BFD80A27E72}" type="presParOf" srcId="{CBF41092-6D80-4C80-9307-C1608ACB71B4}" destId="{4FCCD477-00EF-4653-A9A1-764D2B973A2A}" srcOrd="0" destOrd="0" presId="urn:microsoft.com/office/officeart/2005/8/layout/orgChart1"/>
    <dgm:cxn modelId="{394BF7F5-3DD3-4959-AC4E-D19C5B54D91C}" type="presParOf" srcId="{CBF41092-6D80-4C80-9307-C1608ACB71B4}" destId="{58A883B6-58BE-4040-BE89-736366E3C60D}" srcOrd="1" destOrd="0" presId="urn:microsoft.com/office/officeart/2005/8/layout/orgChart1"/>
    <dgm:cxn modelId="{0501DD54-39E1-4357-99F6-F846A59D32B4}" type="presParOf" srcId="{42E0563E-0E8D-4B92-B534-DFAFEB2525E7}" destId="{065CB90E-6EFB-402C-B2E5-5D2C3E29A2E7}" srcOrd="1" destOrd="0" presId="urn:microsoft.com/office/officeart/2005/8/layout/orgChart1"/>
    <dgm:cxn modelId="{B6AE39C4-6B86-4230-9331-B1DA0543F761}" type="presParOf" srcId="{42E0563E-0E8D-4B92-B534-DFAFEB2525E7}" destId="{455D684F-8923-4BE0-A7DD-C73EFE85985A}" srcOrd="2" destOrd="0" presId="urn:microsoft.com/office/officeart/2005/8/layout/orgChart1"/>
    <dgm:cxn modelId="{840F7E2D-FACE-49F8-A7F3-B51EA70E1BEA}" type="presParOf" srcId="{A8031BF4-384C-40C1-9357-10F83AD7FCC5}" destId="{6AC7D21E-3DE0-4088-B476-277968A40300}" srcOrd="2" destOrd="0" presId="urn:microsoft.com/office/officeart/2005/8/layout/orgChart1"/>
    <dgm:cxn modelId="{EBD8D17F-19C6-4664-9353-0A3E2BE8211D}" type="presParOf" srcId="{A8031BF4-384C-40C1-9357-10F83AD7FCC5}" destId="{F262B05E-398A-4595-8CEA-518D393DE405}" srcOrd="3" destOrd="0" presId="urn:microsoft.com/office/officeart/2005/8/layout/orgChart1"/>
    <dgm:cxn modelId="{DDDB92C2-537A-4CA7-A961-FE499BB0BB14}" type="presParOf" srcId="{F262B05E-398A-4595-8CEA-518D393DE405}" destId="{EDBE72F0-D0DF-4AA8-A66C-62BF3734EA58}" srcOrd="0" destOrd="0" presId="urn:microsoft.com/office/officeart/2005/8/layout/orgChart1"/>
    <dgm:cxn modelId="{7F090DBC-39B2-4E0E-86EC-F85C1D82AE91}" type="presParOf" srcId="{EDBE72F0-D0DF-4AA8-A66C-62BF3734EA58}" destId="{22CAA8D1-51A1-436D-A7A2-3DB043BFAEEA}" srcOrd="0" destOrd="0" presId="urn:microsoft.com/office/officeart/2005/8/layout/orgChart1"/>
    <dgm:cxn modelId="{B04583B9-16CE-45D8-8179-F0CBDC00BC6F}" type="presParOf" srcId="{EDBE72F0-D0DF-4AA8-A66C-62BF3734EA58}" destId="{825ED55F-16C2-44DF-94C1-3EFEA60DF7F5}" srcOrd="1" destOrd="0" presId="urn:microsoft.com/office/officeart/2005/8/layout/orgChart1"/>
    <dgm:cxn modelId="{066F3D0C-A3D5-465D-8EA2-47C8E83E9700}" type="presParOf" srcId="{F262B05E-398A-4595-8CEA-518D393DE405}" destId="{30919688-8B61-42B4-B0E1-1486901B6E1A}" srcOrd="1" destOrd="0" presId="urn:microsoft.com/office/officeart/2005/8/layout/orgChart1"/>
    <dgm:cxn modelId="{59CF9B1A-BA31-4078-9EF4-37506CA17648}" type="presParOf" srcId="{F262B05E-398A-4595-8CEA-518D393DE405}" destId="{C56E2556-BC18-4C1B-9D53-D1448DABC8F5}" srcOrd="2" destOrd="0" presId="urn:microsoft.com/office/officeart/2005/8/layout/orgChart1"/>
    <dgm:cxn modelId="{C5B125FB-2734-42B7-93AC-E563786712FF}" type="presParOf" srcId="{A8031BF4-384C-40C1-9357-10F83AD7FCC5}" destId="{50C30AF6-B81C-4288-BB65-0261022B4804}" srcOrd="4" destOrd="0" presId="urn:microsoft.com/office/officeart/2005/8/layout/orgChart1"/>
    <dgm:cxn modelId="{52E68C06-4B3D-4BC4-8D8E-245B2979AA47}" type="presParOf" srcId="{A8031BF4-384C-40C1-9357-10F83AD7FCC5}" destId="{7E29B62A-A3FB-46D3-B6F2-330755FA9874}" srcOrd="5" destOrd="0" presId="urn:microsoft.com/office/officeart/2005/8/layout/orgChart1"/>
    <dgm:cxn modelId="{93267A47-8369-4F11-AC06-766F6320E305}" type="presParOf" srcId="{7E29B62A-A3FB-46D3-B6F2-330755FA9874}" destId="{F5CDF9DB-B4F1-458A-9E41-199263F2C7F6}" srcOrd="0" destOrd="0" presId="urn:microsoft.com/office/officeart/2005/8/layout/orgChart1"/>
    <dgm:cxn modelId="{C8F667AE-FF34-40DD-B122-6BBFEA17771F}" type="presParOf" srcId="{F5CDF9DB-B4F1-458A-9E41-199263F2C7F6}" destId="{83F9B8C6-5598-4A71-B93B-2180FE773A0C}" srcOrd="0" destOrd="0" presId="urn:microsoft.com/office/officeart/2005/8/layout/orgChart1"/>
    <dgm:cxn modelId="{EA2790E0-644F-41F6-895F-C6F065F01174}" type="presParOf" srcId="{F5CDF9DB-B4F1-458A-9E41-199263F2C7F6}" destId="{F7EEA5CF-6382-44DC-8BF3-A442ED492611}" srcOrd="1" destOrd="0" presId="urn:microsoft.com/office/officeart/2005/8/layout/orgChart1"/>
    <dgm:cxn modelId="{71747B8C-10D4-43A9-90E1-329310F57021}" type="presParOf" srcId="{7E29B62A-A3FB-46D3-B6F2-330755FA9874}" destId="{5365DFD4-071B-4E56-8DB8-9FC2B8E10DFF}" srcOrd="1" destOrd="0" presId="urn:microsoft.com/office/officeart/2005/8/layout/orgChart1"/>
    <dgm:cxn modelId="{1BB739AF-2012-49E7-B20D-FCE3B1A022FB}" type="presParOf" srcId="{7E29B62A-A3FB-46D3-B6F2-330755FA9874}" destId="{01C5EA28-8557-4428-9D8A-F2F665BBE2E0}" srcOrd="2" destOrd="0" presId="urn:microsoft.com/office/officeart/2005/8/layout/orgChart1"/>
    <dgm:cxn modelId="{CFDF0B73-46F6-45FF-AF20-6DA6638AD31C}" type="presParOf" srcId="{A8031BF4-384C-40C1-9357-10F83AD7FCC5}" destId="{BCFC46AA-A200-437F-85BD-18150829FBC4}" srcOrd="6" destOrd="0" presId="urn:microsoft.com/office/officeart/2005/8/layout/orgChart1"/>
    <dgm:cxn modelId="{C4474F1E-53AF-4B62-8E5C-4311A2AA4D05}" type="presParOf" srcId="{A8031BF4-384C-40C1-9357-10F83AD7FCC5}" destId="{E5E6AC2E-568C-4B97-93F8-DE4881AEA3EC}" srcOrd="7" destOrd="0" presId="urn:microsoft.com/office/officeart/2005/8/layout/orgChart1"/>
    <dgm:cxn modelId="{72843F5C-5D3E-409D-BFE6-73ADCD2ACDB5}" type="presParOf" srcId="{E5E6AC2E-568C-4B97-93F8-DE4881AEA3EC}" destId="{D056FD07-6B39-40F7-8157-8A4E40E71BE7}" srcOrd="0" destOrd="0" presId="urn:microsoft.com/office/officeart/2005/8/layout/orgChart1"/>
    <dgm:cxn modelId="{DF7ADFB4-14EB-41CB-9BBA-E49044473D46}" type="presParOf" srcId="{D056FD07-6B39-40F7-8157-8A4E40E71BE7}" destId="{B8B5EA46-5A89-4445-94AA-870576DF2BE5}" srcOrd="0" destOrd="0" presId="urn:microsoft.com/office/officeart/2005/8/layout/orgChart1"/>
    <dgm:cxn modelId="{B79988F4-C2C9-4867-8E15-777BE32FBEE0}" type="presParOf" srcId="{D056FD07-6B39-40F7-8157-8A4E40E71BE7}" destId="{FCAD5005-295D-4A9C-81BC-BFC2265DBDAC}" srcOrd="1" destOrd="0" presId="urn:microsoft.com/office/officeart/2005/8/layout/orgChart1"/>
    <dgm:cxn modelId="{0F766066-476C-4503-87FB-9A868F0B7BF2}" type="presParOf" srcId="{E5E6AC2E-568C-4B97-93F8-DE4881AEA3EC}" destId="{F9DD7DDD-5DA1-4759-8BAE-91E157E41032}" srcOrd="1" destOrd="0" presId="urn:microsoft.com/office/officeart/2005/8/layout/orgChart1"/>
    <dgm:cxn modelId="{100BA9C2-A4FC-406A-8B16-31186C8E24D0}" type="presParOf" srcId="{E5E6AC2E-568C-4B97-93F8-DE4881AEA3EC}" destId="{A75163D5-7F09-4E9D-BC5C-A7D576360A89}" srcOrd="2" destOrd="0" presId="urn:microsoft.com/office/officeart/2005/8/layout/orgChart1"/>
    <dgm:cxn modelId="{A79C03BC-1F69-4FF0-A591-4C3249EEFECB}" type="presParOf" srcId="{872E1B28-1276-4881-BA43-28793E42857E}" destId="{91E1F3A3-8FED-42D6-B209-BD95BF5A87AD}" srcOrd="2" destOrd="0" presId="urn:microsoft.com/office/officeart/2005/8/layout/orgChart1"/>
    <dgm:cxn modelId="{F7D181AE-F643-4AA5-97BC-4869806501BE}" type="presParOf" srcId="{91E1F3A3-8FED-42D6-B209-BD95BF5A87AD}" destId="{00CA85F7-5FB0-4DCF-A630-522466AD3D89}" srcOrd="0" destOrd="0" presId="urn:microsoft.com/office/officeart/2005/8/layout/orgChart1"/>
    <dgm:cxn modelId="{216C0507-FC7B-4413-BDFE-3F96D284CFA1}" type="presParOf" srcId="{91E1F3A3-8FED-42D6-B209-BD95BF5A87AD}" destId="{9300AC77-661A-4427-8428-53D41A093E91}" srcOrd="1" destOrd="0" presId="urn:microsoft.com/office/officeart/2005/8/layout/orgChart1"/>
    <dgm:cxn modelId="{F3ABC693-7071-4BC3-AFBD-8850569040E0}" type="presParOf" srcId="{9300AC77-661A-4427-8428-53D41A093E91}" destId="{3A90BA6A-0DA1-425A-A8C1-30BDDF725EB3}" srcOrd="0" destOrd="0" presId="urn:microsoft.com/office/officeart/2005/8/layout/orgChart1"/>
    <dgm:cxn modelId="{7E6C900E-08D3-4183-AFEB-85E30596CF78}" type="presParOf" srcId="{3A90BA6A-0DA1-425A-A8C1-30BDDF725EB3}" destId="{9F039A72-1BAA-4E34-A0C6-A2780E69889D}" srcOrd="0" destOrd="0" presId="urn:microsoft.com/office/officeart/2005/8/layout/orgChart1"/>
    <dgm:cxn modelId="{C3FFB8EA-D9F8-49BA-A417-4DE9C6C947B6}" type="presParOf" srcId="{3A90BA6A-0DA1-425A-A8C1-30BDDF725EB3}" destId="{24103CC5-5E9E-4325-9509-BD4E4140317A}" srcOrd="1" destOrd="0" presId="urn:microsoft.com/office/officeart/2005/8/layout/orgChart1"/>
    <dgm:cxn modelId="{A5A8071A-DC82-4BE1-972D-4AC0BA5149E5}" type="presParOf" srcId="{9300AC77-661A-4427-8428-53D41A093E91}" destId="{5682BDCA-A39F-4E3F-B7D8-15A5BA92CD9B}" srcOrd="1" destOrd="0" presId="urn:microsoft.com/office/officeart/2005/8/layout/orgChart1"/>
    <dgm:cxn modelId="{B54DD1D3-76A7-44AD-B576-483C4E890FD0}" type="presParOf" srcId="{9300AC77-661A-4427-8428-53D41A093E91}" destId="{3423003F-3E3A-4C07-B551-A64F5DABBDC3}" srcOrd="2" destOrd="0" presId="urn:microsoft.com/office/officeart/2005/8/layout/orgChart1"/>
    <dgm:cxn modelId="{8C23C48A-D5D1-436F-B642-EEEB85C00216}" type="presParOf" srcId="{91E1F3A3-8FED-42D6-B209-BD95BF5A87AD}" destId="{B5FB0030-33F8-43BD-AD54-2B377A20ACD5}" srcOrd="2" destOrd="0" presId="urn:microsoft.com/office/officeart/2005/8/layout/orgChart1"/>
    <dgm:cxn modelId="{763B3955-C7C9-417E-A446-1A23321F78E8}" type="presParOf" srcId="{91E1F3A3-8FED-42D6-B209-BD95BF5A87AD}" destId="{1CE44AD9-8EDA-47DD-B371-86A84A746EA0}" srcOrd="3" destOrd="0" presId="urn:microsoft.com/office/officeart/2005/8/layout/orgChart1"/>
    <dgm:cxn modelId="{FBF68804-2FD5-494C-96AE-B31EB9EB4714}" type="presParOf" srcId="{1CE44AD9-8EDA-47DD-B371-86A84A746EA0}" destId="{4F474D23-4F43-4800-AFF8-088537CBA247}" srcOrd="0" destOrd="0" presId="urn:microsoft.com/office/officeart/2005/8/layout/orgChart1"/>
    <dgm:cxn modelId="{B386B356-BB47-4F1C-B626-AA2AF474A776}" type="presParOf" srcId="{4F474D23-4F43-4800-AFF8-088537CBA247}" destId="{F1CCBBAF-2A16-4FEC-AE90-236956ED72F1}" srcOrd="0" destOrd="0" presId="urn:microsoft.com/office/officeart/2005/8/layout/orgChart1"/>
    <dgm:cxn modelId="{5E7091C2-E56C-40A6-B8D1-9506A9090D9E}" type="presParOf" srcId="{4F474D23-4F43-4800-AFF8-088537CBA247}" destId="{FD489E18-99DA-4226-B9B2-5EB77661C639}" srcOrd="1" destOrd="0" presId="urn:microsoft.com/office/officeart/2005/8/layout/orgChart1"/>
    <dgm:cxn modelId="{9440B7A5-1874-4B17-99FD-6451FBE5A68F}" type="presParOf" srcId="{1CE44AD9-8EDA-47DD-B371-86A84A746EA0}" destId="{CB0CDF2F-0AD6-4C5D-BFAE-9CB95BD7D70F}" srcOrd="1" destOrd="0" presId="urn:microsoft.com/office/officeart/2005/8/layout/orgChart1"/>
    <dgm:cxn modelId="{613B3D6F-92BE-44B3-8215-AA4FCD661E1C}" type="presParOf" srcId="{1CE44AD9-8EDA-47DD-B371-86A84A746EA0}" destId="{39533B0B-0D13-4975-B878-16A9CA89A2E8}"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03AF617-6F11-4D26-981B-DC8648DD715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C6814C33-8955-4880-8E19-F3FEEE4E71EF}">
      <dgm:prSet phldrT="[Text]" custT="1"/>
      <dgm:spPr/>
      <dgm:t>
        <a:bodyPr/>
        <a:lstStyle/>
        <a:p>
          <a:r>
            <a:rPr lang="en-US" sz="1000" dirty="0"/>
            <a:t>“CTO”</a:t>
          </a:r>
        </a:p>
      </dgm:t>
    </dgm:pt>
    <dgm:pt modelId="{6878857C-5EC5-44D1-9C7E-E563E633770F}" type="parTrans" cxnId="{389883C3-ADCB-4A66-AE64-7FDE8FCDE339}">
      <dgm:prSet/>
      <dgm:spPr/>
      <dgm:t>
        <a:bodyPr/>
        <a:lstStyle/>
        <a:p>
          <a:endParaRPr lang="en-US" sz="1000"/>
        </a:p>
      </dgm:t>
    </dgm:pt>
    <dgm:pt modelId="{0E4A8D6A-36E7-41A8-9171-0E6789D971AB}" type="sibTrans" cxnId="{389883C3-ADCB-4A66-AE64-7FDE8FCDE339}">
      <dgm:prSet/>
      <dgm:spPr/>
      <dgm:t>
        <a:bodyPr/>
        <a:lstStyle/>
        <a:p>
          <a:endParaRPr lang="en-US" sz="1000"/>
        </a:p>
      </dgm:t>
    </dgm:pt>
    <dgm:pt modelId="{37451F65-2F9B-45AF-9FE6-C0DA319C7043}" type="asst">
      <dgm:prSet phldrT="[Text]" custT="1"/>
      <dgm:spPr/>
      <dgm:t>
        <a:bodyPr/>
        <a:lstStyle/>
        <a:p>
          <a:r>
            <a:rPr lang="en-US" sz="1000" dirty="0"/>
            <a:t>Deputy CTO</a:t>
          </a:r>
        </a:p>
      </dgm:t>
    </dgm:pt>
    <dgm:pt modelId="{729257DA-4481-425D-A548-56A26F736C3D}" type="parTrans" cxnId="{EF0F4833-A059-4397-9FC4-49BFBF9986F1}">
      <dgm:prSet/>
      <dgm:spPr/>
      <dgm:t>
        <a:bodyPr/>
        <a:lstStyle/>
        <a:p>
          <a:endParaRPr lang="en-US" sz="1000"/>
        </a:p>
      </dgm:t>
    </dgm:pt>
    <dgm:pt modelId="{2F178D00-D21B-4E23-AC2E-C1864436A6B0}" type="sibTrans" cxnId="{EF0F4833-A059-4397-9FC4-49BFBF9986F1}">
      <dgm:prSet/>
      <dgm:spPr/>
      <dgm:t>
        <a:bodyPr/>
        <a:lstStyle/>
        <a:p>
          <a:endParaRPr lang="en-US" sz="1000"/>
        </a:p>
      </dgm:t>
    </dgm:pt>
    <dgm:pt modelId="{5A40E443-C7C0-4D92-8A70-9019F2CAB6E8}">
      <dgm:prSet phldrT="[Text]" custT="1"/>
      <dgm:spPr/>
      <dgm:t>
        <a:bodyPr/>
        <a:lstStyle/>
        <a:p>
          <a:r>
            <a:rPr lang="en-US" sz="1000" dirty="0"/>
            <a:t>IT</a:t>
          </a:r>
        </a:p>
      </dgm:t>
    </dgm:pt>
    <dgm:pt modelId="{8F67A094-A107-4935-A6E7-8B2CEDDA9931}" type="parTrans" cxnId="{8D2FD29E-0787-4F4D-8982-12F76B39667B}">
      <dgm:prSet/>
      <dgm:spPr/>
      <dgm:t>
        <a:bodyPr/>
        <a:lstStyle/>
        <a:p>
          <a:endParaRPr lang="en-US" sz="1000"/>
        </a:p>
      </dgm:t>
    </dgm:pt>
    <dgm:pt modelId="{03D06833-3FBF-4C52-8CF4-64B2F05C4D40}" type="sibTrans" cxnId="{8D2FD29E-0787-4F4D-8982-12F76B39667B}">
      <dgm:prSet/>
      <dgm:spPr/>
      <dgm:t>
        <a:bodyPr/>
        <a:lstStyle/>
        <a:p>
          <a:endParaRPr lang="en-US" sz="1000"/>
        </a:p>
      </dgm:t>
    </dgm:pt>
    <dgm:pt modelId="{7AE86B23-846A-437C-A944-3ACCCFADD6EE}">
      <dgm:prSet custT="1"/>
      <dgm:spPr/>
      <dgm:t>
        <a:bodyPr/>
        <a:lstStyle/>
        <a:p>
          <a:pPr>
            <a:buFont typeface="+mj-lt"/>
            <a:buAutoNum type="alphaLcPeriod"/>
          </a:pPr>
          <a:r>
            <a:rPr lang="en-US" sz="1000" dirty="0"/>
            <a:t>Product </a:t>
          </a:r>
          <a:br>
            <a:rPr lang="en-US" sz="1000" dirty="0"/>
          </a:br>
          <a:r>
            <a:rPr lang="en-US" sz="1000" dirty="0"/>
            <a:t>Management</a:t>
          </a:r>
        </a:p>
      </dgm:t>
    </dgm:pt>
    <dgm:pt modelId="{2B519B5E-E496-445C-832B-B853FF008CBC}" type="parTrans" cxnId="{509774FC-C361-4C07-B369-322AEB2501B6}">
      <dgm:prSet/>
      <dgm:spPr/>
      <dgm:t>
        <a:bodyPr/>
        <a:lstStyle/>
        <a:p>
          <a:endParaRPr lang="en-US" sz="1000"/>
        </a:p>
      </dgm:t>
    </dgm:pt>
    <dgm:pt modelId="{74F6156A-8226-44BC-AFC4-B57E71584F12}" type="sibTrans" cxnId="{509774FC-C361-4C07-B369-322AEB2501B6}">
      <dgm:prSet/>
      <dgm:spPr/>
      <dgm:t>
        <a:bodyPr/>
        <a:lstStyle/>
        <a:p>
          <a:endParaRPr lang="en-US" sz="1000"/>
        </a:p>
      </dgm:t>
    </dgm:pt>
    <dgm:pt modelId="{0EBA61D8-AB50-4C8C-BFDA-5E7EE47FDCB9}">
      <dgm:prSet custT="1"/>
      <dgm:spPr/>
      <dgm:t>
        <a:bodyPr/>
        <a:lstStyle/>
        <a:p>
          <a:r>
            <a:rPr lang="en-US" sz="1000"/>
            <a:t>Field </a:t>
          </a:r>
          <a:r>
            <a:rPr lang="en-US" sz="1000" dirty="0"/>
            <a:t>Support</a:t>
          </a:r>
        </a:p>
      </dgm:t>
    </dgm:pt>
    <dgm:pt modelId="{1A994F0A-A6BE-400A-9131-B2E7FCDD429D}" type="parTrans" cxnId="{8E8C5F19-86BD-4477-9E90-874731A8EDA9}">
      <dgm:prSet/>
      <dgm:spPr/>
      <dgm:t>
        <a:bodyPr/>
        <a:lstStyle/>
        <a:p>
          <a:endParaRPr lang="en-US" sz="1000"/>
        </a:p>
      </dgm:t>
    </dgm:pt>
    <dgm:pt modelId="{BD9F05A7-ADBE-4DC8-9C09-D52B4F7EC4AD}" type="sibTrans" cxnId="{8E8C5F19-86BD-4477-9E90-874731A8EDA9}">
      <dgm:prSet/>
      <dgm:spPr/>
      <dgm:t>
        <a:bodyPr/>
        <a:lstStyle/>
        <a:p>
          <a:endParaRPr lang="en-US" sz="1000"/>
        </a:p>
      </dgm:t>
    </dgm:pt>
    <dgm:pt modelId="{1AFD94F9-AF1C-43F6-BA4C-C169B65D78BF}" type="pres">
      <dgm:prSet presAssocID="{A03AF617-6F11-4D26-981B-DC8648DD7156}" presName="hierChild1" presStyleCnt="0">
        <dgm:presLayoutVars>
          <dgm:orgChart val="1"/>
          <dgm:chPref val="1"/>
          <dgm:dir/>
          <dgm:animOne val="branch"/>
          <dgm:animLvl val="lvl"/>
          <dgm:resizeHandles/>
        </dgm:presLayoutVars>
      </dgm:prSet>
      <dgm:spPr/>
      <dgm:t>
        <a:bodyPr/>
        <a:lstStyle/>
        <a:p>
          <a:endParaRPr lang="en-US"/>
        </a:p>
      </dgm:t>
    </dgm:pt>
    <dgm:pt modelId="{872E1B28-1276-4881-BA43-28793E42857E}" type="pres">
      <dgm:prSet presAssocID="{C6814C33-8955-4880-8E19-F3FEEE4E71EF}" presName="hierRoot1" presStyleCnt="0">
        <dgm:presLayoutVars>
          <dgm:hierBranch val="init"/>
        </dgm:presLayoutVars>
      </dgm:prSet>
      <dgm:spPr/>
    </dgm:pt>
    <dgm:pt modelId="{97AC8A46-C336-450D-B2D8-C94155A55667}" type="pres">
      <dgm:prSet presAssocID="{C6814C33-8955-4880-8E19-F3FEEE4E71EF}" presName="rootComposite1" presStyleCnt="0"/>
      <dgm:spPr/>
    </dgm:pt>
    <dgm:pt modelId="{AE2812BD-0E60-4C0C-9F92-41064E158913}" type="pres">
      <dgm:prSet presAssocID="{C6814C33-8955-4880-8E19-F3FEEE4E71EF}" presName="rootText1" presStyleLbl="node0" presStyleIdx="0" presStyleCnt="1">
        <dgm:presLayoutVars>
          <dgm:chPref val="3"/>
        </dgm:presLayoutVars>
      </dgm:prSet>
      <dgm:spPr/>
      <dgm:t>
        <a:bodyPr/>
        <a:lstStyle/>
        <a:p>
          <a:endParaRPr lang="en-US"/>
        </a:p>
      </dgm:t>
    </dgm:pt>
    <dgm:pt modelId="{7C100102-DED9-43D0-B71A-C85DDCD5FF69}" type="pres">
      <dgm:prSet presAssocID="{C6814C33-8955-4880-8E19-F3FEEE4E71EF}" presName="rootConnector1" presStyleLbl="node1" presStyleIdx="0" presStyleCnt="0"/>
      <dgm:spPr/>
      <dgm:t>
        <a:bodyPr/>
        <a:lstStyle/>
        <a:p>
          <a:endParaRPr lang="en-US"/>
        </a:p>
      </dgm:t>
    </dgm:pt>
    <dgm:pt modelId="{A8031BF4-384C-40C1-9357-10F83AD7FCC5}" type="pres">
      <dgm:prSet presAssocID="{C6814C33-8955-4880-8E19-F3FEEE4E71EF}" presName="hierChild2" presStyleCnt="0"/>
      <dgm:spPr/>
    </dgm:pt>
    <dgm:pt modelId="{AE181AD7-BBB7-4546-A400-199AA3F37277}" type="pres">
      <dgm:prSet presAssocID="{8F67A094-A107-4935-A6E7-8B2CEDDA9931}" presName="Name37" presStyleLbl="parChTrans1D2" presStyleIdx="0" presStyleCnt="4"/>
      <dgm:spPr/>
      <dgm:t>
        <a:bodyPr/>
        <a:lstStyle/>
        <a:p>
          <a:endParaRPr lang="en-US"/>
        </a:p>
      </dgm:t>
    </dgm:pt>
    <dgm:pt modelId="{42E0563E-0E8D-4B92-B534-DFAFEB2525E7}" type="pres">
      <dgm:prSet presAssocID="{5A40E443-C7C0-4D92-8A70-9019F2CAB6E8}" presName="hierRoot2" presStyleCnt="0">
        <dgm:presLayoutVars>
          <dgm:hierBranch val="init"/>
        </dgm:presLayoutVars>
      </dgm:prSet>
      <dgm:spPr/>
    </dgm:pt>
    <dgm:pt modelId="{CBF41092-6D80-4C80-9307-C1608ACB71B4}" type="pres">
      <dgm:prSet presAssocID="{5A40E443-C7C0-4D92-8A70-9019F2CAB6E8}" presName="rootComposite" presStyleCnt="0"/>
      <dgm:spPr/>
    </dgm:pt>
    <dgm:pt modelId="{4FCCD477-00EF-4653-A9A1-764D2B973A2A}" type="pres">
      <dgm:prSet presAssocID="{5A40E443-C7C0-4D92-8A70-9019F2CAB6E8}" presName="rootText" presStyleLbl="node2" presStyleIdx="0" presStyleCnt="3">
        <dgm:presLayoutVars>
          <dgm:chPref val="3"/>
        </dgm:presLayoutVars>
      </dgm:prSet>
      <dgm:spPr/>
      <dgm:t>
        <a:bodyPr/>
        <a:lstStyle/>
        <a:p>
          <a:endParaRPr lang="en-US"/>
        </a:p>
      </dgm:t>
    </dgm:pt>
    <dgm:pt modelId="{58A883B6-58BE-4040-BE89-736366E3C60D}" type="pres">
      <dgm:prSet presAssocID="{5A40E443-C7C0-4D92-8A70-9019F2CAB6E8}" presName="rootConnector" presStyleLbl="node2" presStyleIdx="0" presStyleCnt="3"/>
      <dgm:spPr/>
      <dgm:t>
        <a:bodyPr/>
        <a:lstStyle/>
        <a:p>
          <a:endParaRPr lang="en-US"/>
        </a:p>
      </dgm:t>
    </dgm:pt>
    <dgm:pt modelId="{065CB90E-6EFB-402C-B2E5-5D2C3E29A2E7}" type="pres">
      <dgm:prSet presAssocID="{5A40E443-C7C0-4D92-8A70-9019F2CAB6E8}" presName="hierChild4" presStyleCnt="0"/>
      <dgm:spPr/>
    </dgm:pt>
    <dgm:pt modelId="{455D684F-8923-4BE0-A7DD-C73EFE85985A}" type="pres">
      <dgm:prSet presAssocID="{5A40E443-C7C0-4D92-8A70-9019F2CAB6E8}" presName="hierChild5" presStyleCnt="0"/>
      <dgm:spPr/>
    </dgm:pt>
    <dgm:pt modelId="{50C30AF6-B81C-4288-BB65-0261022B4804}" type="pres">
      <dgm:prSet presAssocID="{2B519B5E-E496-445C-832B-B853FF008CBC}" presName="Name37" presStyleLbl="parChTrans1D2" presStyleIdx="1" presStyleCnt="4"/>
      <dgm:spPr/>
      <dgm:t>
        <a:bodyPr/>
        <a:lstStyle/>
        <a:p>
          <a:endParaRPr lang="en-US"/>
        </a:p>
      </dgm:t>
    </dgm:pt>
    <dgm:pt modelId="{7E29B62A-A3FB-46D3-B6F2-330755FA9874}" type="pres">
      <dgm:prSet presAssocID="{7AE86B23-846A-437C-A944-3ACCCFADD6EE}" presName="hierRoot2" presStyleCnt="0">
        <dgm:presLayoutVars>
          <dgm:hierBranch val="init"/>
        </dgm:presLayoutVars>
      </dgm:prSet>
      <dgm:spPr/>
    </dgm:pt>
    <dgm:pt modelId="{F5CDF9DB-B4F1-458A-9E41-199263F2C7F6}" type="pres">
      <dgm:prSet presAssocID="{7AE86B23-846A-437C-A944-3ACCCFADD6EE}" presName="rootComposite" presStyleCnt="0"/>
      <dgm:spPr/>
    </dgm:pt>
    <dgm:pt modelId="{83F9B8C6-5598-4A71-B93B-2180FE773A0C}" type="pres">
      <dgm:prSet presAssocID="{7AE86B23-846A-437C-A944-3ACCCFADD6EE}" presName="rootText" presStyleLbl="node2" presStyleIdx="1" presStyleCnt="3">
        <dgm:presLayoutVars>
          <dgm:chPref val="3"/>
        </dgm:presLayoutVars>
      </dgm:prSet>
      <dgm:spPr/>
      <dgm:t>
        <a:bodyPr/>
        <a:lstStyle/>
        <a:p>
          <a:endParaRPr lang="en-US"/>
        </a:p>
      </dgm:t>
    </dgm:pt>
    <dgm:pt modelId="{F7EEA5CF-6382-44DC-8BF3-A442ED492611}" type="pres">
      <dgm:prSet presAssocID="{7AE86B23-846A-437C-A944-3ACCCFADD6EE}" presName="rootConnector" presStyleLbl="node2" presStyleIdx="1" presStyleCnt="3"/>
      <dgm:spPr/>
      <dgm:t>
        <a:bodyPr/>
        <a:lstStyle/>
        <a:p>
          <a:endParaRPr lang="en-US"/>
        </a:p>
      </dgm:t>
    </dgm:pt>
    <dgm:pt modelId="{5365DFD4-071B-4E56-8DB8-9FC2B8E10DFF}" type="pres">
      <dgm:prSet presAssocID="{7AE86B23-846A-437C-A944-3ACCCFADD6EE}" presName="hierChild4" presStyleCnt="0"/>
      <dgm:spPr/>
    </dgm:pt>
    <dgm:pt modelId="{01C5EA28-8557-4428-9D8A-F2F665BBE2E0}" type="pres">
      <dgm:prSet presAssocID="{7AE86B23-846A-437C-A944-3ACCCFADD6EE}" presName="hierChild5" presStyleCnt="0"/>
      <dgm:spPr/>
    </dgm:pt>
    <dgm:pt modelId="{BCFC46AA-A200-437F-85BD-18150829FBC4}" type="pres">
      <dgm:prSet presAssocID="{1A994F0A-A6BE-400A-9131-B2E7FCDD429D}" presName="Name37" presStyleLbl="parChTrans1D2" presStyleIdx="2" presStyleCnt="4"/>
      <dgm:spPr/>
      <dgm:t>
        <a:bodyPr/>
        <a:lstStyle/>
        <a:p>
          <a:endParaRPr lang="en-US"/>
        </a:p>
      </dgm:t>
    </dgm:pt>
    <dgm:pt modelId="{E5E6AC2E-568C-4B97-93F8-DE4881AEA3EC}" type="pres">
      <dgm:prSet presAssocID="{0EBA61D8-AB50-4C8C-BFDA-5E7EE47FDCB9}" presName="hierRoot2" presStyleCnt="0">
        <dgm:presLayoutVars>
          <dgm:hierBranch val="init"/>
        </dgm:presLayoutVars>
      </dgm:prSet>
      <dgm:spPr/>
    </dgm:pt>
    <dgm:pt modelId="{D056FD07-6B39-40F7-8157-8A4E40E71BE7}" type="pres">
      <dgm:prSet presAssocID="{0EBA61D8-AB50-4C8C-BFDA-5E7EE47FDCB9}" presName="rootComposite" presStyleCnt="0"/>
      <dgm:spPr/>
    </dgm:pt>
    <dgm:pt modelId="{B8B5EA46-5A89-4445-94AA-870576DF2BE5}" type="pres">
      <dgm:prSet presAssocID="{0EBA61D8-AB50-4C8C-BFDA-5E7EE47FDCB9}" presName="rootText" presStyleLbl="node2" presStyleIdx="2" presStyleCnt="3">
        <dgm:presLayoutVars>
          <dgm:chPref val="3"/>
        </dgm:presLayoutVars>
      </dgm:prSet>
      <dgm:spPr/>
      <dgm:t>
        <a:bodyPr/>
        <a:lstStyle/>
        <a:p>
          <a:endParaRPr lang="en-US"/>
        </a:p>
      </dgm:t>
    </dgm:pt>
    <dgm:pt modelId="{FCAD5005-295D-4A9C-81BC-BFC2265DBDAC}" type="pres">
      <dgm:prSet presAssocID="{0EBA61D8-AB50-4C8C-BFDA-5E7EE47FDCB9}" presName="rootConnector" presStyleLbl="node2" presStyleIdx="2" presStyleCnt="3"/>
      <dgm:spPr/>
      <dgm:t>
        <a:bodyPr/>
        <a:lstStyle/>
        <a:p>
          <a:endParaRPr lang="en-US"/>
        </a:p>
      </dgm:t>
    </dgm:pt>
    <dgm:pt modelId="{F9DD7DDD-5DA1-4759-8BAE-91E157E41032}" type="pres">
      <dgm:prSet presAssocID="{0EBA61D8-AB50-4C8C-BFDA-5E7EE47FDCB9}" presName="hierChild4" presStyleCnt="0"/>
      <dgm:spPr/>
    </dgm:pt>
    <dgm:pt modelId="{A75163D5-7F09-4E9D-BC5C-A7D576360A89}" type="pres">
      <dgm:prSet presAssocID="{0EBA61D8-AB50-4C8C-BFDA-5E7EE47FDCB9}" presName="hierChild5" presStyleCnt="0"/>
      <dgm:spPr/>
    </dgm:pt>
    <dgm:pt modelId="{91E1F3A3-8FED-42D6-B209-BD95BF5A87AD}" type="pres">
      <dgm:prSet presAssocID="{C6814C33-8955-4880-8E19-F3FEEE4E71EF}" presName="hierChild3" presStyleCnt="0"/>
      <dgm:spPr/>
    </dgm:pt>
    <dgm:pt modelId="{00CA85F7-5FB0-4DCF-A630-522466AD3D89}" type="pres">
      <dgm:prSet presAssocID="{729257DA-4481-425D-A548-56A26F736C3D}" presName="Name111" presStyleLbl="parChTrans1D2" presStyleIdx="3" presStyleCnt="4"/>
      <dgm:spPr/>
      <dgm:t>
        <a:bodyPr/>
        <a:lstStyle/>
        <a:p>
          <a:endParaRPr lang="en-US"/>
        </a:p>
      </dgm:t>
    </dgm:pt>
    <dgm:pt modelId="{9300AC77-661A-4427-8428-53D41A093E91}" type="pres">
      <dgm:prSet presAssocID="{37451F65-2F9B-45AF-9FE6-C0DA319C7043}" presName="hierRoot3" presStyleCnt="0">
        <dgm:presLayoutVars>
          <dgm:hierBranch val="init"/>
        </dgm:presLayoutVars>
      </dgm:prSet>
      <dgm:spPr/>
    </dgm:pt>
    <dgm:pt modelId="{3A90BA6A-0DA1-425A-A8C1-30BDDF725EB3}" type="pres">
      <dgm:prSet presAssocID="{37451F65-2F9B-45AF-9FE6-C0DA319C7043}" presName="rootComposite3" presStyleCnt="0"/>
      <dgm:spPr/>
    </dgm:pt>
    <dgm:pt modelId="{9F039A72-1BAA-4E34-A0C6-A2780E69889D}" type="pres">
      <dgm:prSet presAssocID="{37451F65-2F9B-45AF-9FE6-C0DA319C7043}" presName="rootText3" presStyleLbl="asst1" presStyleIdx="0" presStyleCnt="1" custLinFactX="29827" custLinFactNeighborX="100000">
        <dgm:presLayoutVars>
          <dgm:chPref val="3"/>
        </dgm:presLayoutVars>
      </dgm:prSet>
      <dgm:spPr/>
      <dgm:t>
        <a:bodyPr/>
        <a:lstStyle/>
        <a:p>
          <a:endParaRPr lang="en-US"/>
        </a:p>
      </dgm:t>
    </dgm:pt>
    <dgm:pt modelId="{24103CC5-5E9E-4325-9509-BD4E4140317A}" type="pres">
      <dgm:prSet presAssocID="{37451F65-2F9B-45AF-9FE6-C0DA319C7043}" presName="rootConnector3" presStyleLbl="asst1" presStyleIdx="0" presStyleCnt="1"/>
      <dgm:spPr/>
      <dgm:t>
        <a:bodyPr/>
        <a:lstStyle/>
        <a:p>
          <a:endParaRPr lang="en-US"/>
        </a:p>
      </dgm:t>
    </dgm:pt>
    <dgm:pt modelId="{5682BDCA-A39F-4E3F-B7D8-15A5BA92CD9B}" type="pres">
      <dgm:prSet presAssocID="{37451F65-2F9B-45AF-9FE6-C0DA319C7043}" presName="hierChild6" presStyleCnt="0"/>
      <dgm:spPr/>
    </dgm:pt>
    <dgm:pt modelId="{3423003F-3E3A-4C07-B551-A64F5DABBDC3}" type="pres">
      <dgm:prSet presAssocID="{37451F65-2F9B-45AF-9FE6-C0DA319C7043}" presName="hierChild7" presStyleCnt="0"/>
      <dgm:spPr/>
    </dgm:pt>
  </dgm:ptLst>
  <dgm:cxnLst>
    <dgm:cxn modelId="{2604F5B1-B0CC-4DD1-A173-B1BA443257DF}" type="presOf" srcId="{0EBA61D8-AB50-4C8C-BFDA-5E7EE47FDCB9}" destId="{FCAD5005-295D-4A9C-81BC-BFC2265DBDAC}" srcOrd="1" destOrd="0" presId="urn:microsoft.com/office/officeart/2005/8/layout/orgChart1"/>
    <dgm:cxn modelId="{89EA70B0-CBE2-49DC-9AD7-9126278255AA}" type="presOf" srcId="{C6814C33-8955-4880-8E19-F3FEEE4E71EF}" destId="{AE2812BD-0E60-4C0C-9F92-41064E158913}" srcOrd="0" destOrd="0" presId="urn:microsoft.com/office/officeart/2005/8/layout/orgChart1"/>
    <dgm:cxn modelId="{EF0F4833-A059-4397-9FC4-49BFBF9986F1}" srcId="{C6814C33-8955-4880-8E19-F3FEEE4E71EF}" destId="{37451F65-2F9B-45AF-9FE6-C0DA319C7043}" srcOrd="0" destOrd="0" parTransId="{729257DA-4481-425D-A548-56A26F736C3D}" sibTransId="{2F178D00-D21B-4E23-AC2E-C1864436A6B0}"/>
    <dgm:cxn modelId="{70D07E2D-9DCF-4540-9934-16C588409274}" type="presOf" srcId="{5A40E443-C7C0-4D92-8A70-9019F2CAB6E8}" destId="{4FCCD477-00EF-4653-A9A1-764D2B973A2A}" srcOrd="0" destOrd="0" presId="urn:microsoft.com/office/officeart/2005/8/layout/orgChart1"/>
    <dgm:cxn modelId="{389883C3-ADCB-4A66-AE64-7FDE8FCDE339}" srcId="{A03AF617-6F11-4D26-981B-DC8648DD7156}" destId="{C6814C33-8955-4880-8E19-F3FEEE4E71EF}" srcOrd="0" destOrd="0" parTransId="{6878857C-5EC5-44D1-9C7E-E563E633770F}" sibTransId="{0E4A8D6A-36E7-41A8-9171-0E6789D971AB}"/>
    <dgm:cxn modelId="{7C75A240-37D7-4708-9F99-2ABF0A455A35}" type="presOf" srcId="{37451F65-2F9B-45AF-9FE6-C0DA319C7043}" destId="{24103CC5-5E9E-4325-9509-BD4E4140317A}" srcOrd="1" destOrd="0" presId="urn:microsoft.com/office/officeart/2005/8/layout/orgChart1"/>
    <dgm:cxn modelId="{B4FC0A74-951C-46E7-8C33-43518825D3EB}" type="presOf" srcId="{8F67A094-A107-4935-A6E7-8B2CEDDA9931}" destId="{AE181AD7-BBB7-4546-A400-199AA3F37277}" srcOrd="0" destOrd="0" presId="urn:microsoft.com/office/officeart/2005/8/layout/orgChart1"/>
    <dgm:cxn modelId="{0E195AAF-6424-4365-BD7E-2BDCA6FCFAEC}" type="presOf" srcId="{1A994F0A-A6BE-400A-9131-B2E7FCDD429D}" destId="{BCFC46AA-A200-437F-85BD-18150829FBC4}" srcOrd="0" destOrd="0" presId="urn:microsoft.com/office/officeart/2005/8/layout/orgChart1"/>
    <dgm:cxn modelId="{6D14C2DF-7078-42BE-A5A7-E74447881187}" type="presOf" srcId="{5A40E443-C7C0-4D92-8A70-9019F2CAB6E8}" destId="{58A883B6-58BE-4040-BE89-736366E3C60D}" srcOrd="1" destOrd="0" presId="urn:microsoft.com/office/officeart/2005/8/layout/orgChart1"/>
    <dgm:cxn modelId="{509774FC-C361-4C07-B369-322AEB2501B6}" srcId="{C6814C33-8955-4880-8E19-F3FEEE4E71EF}" destId="{7AE86B23-846A-437C-A944-3ACCCFADD6EE}" srcOrd="2" destOrd="0" parTransId="{2B519B5E-E496-445C-832B-B853FF008CBC}" sibTransId="{74F6156A-8226-44BC-AFC4-B57E71584F12}"/>
    <dgm:cxn modelId="{8059EE93-114B-4A6C-804A-82E17834B72A}" type="presOf" srcId="{7AE86B23-846A-437C-A944-3ACCCFADD6EE}" destId="{83F9B8C6-5598-4A71-B93B-2180FE773A0C}" srcOrd="0" destOrd="0" presId="urn:microsoft.com/office/officeart/2005/8/layout/orgChart1"/>
    <dgm:cxn modelId="{8D2FD29E-0787-4F4D-8982-12F76B39667B}" srcId="{C6814C33-8955-4880-8E19-F3FEEE4E71EF}" destId="{5A40E443-C7C0-4D92-8A70-9019F2CAB6E8}" srcOrd="1" destOrd="0" parTransId="{8F67A094-A107-4935-A6E7-8B2CEDDA9931}" sibTransId="{03D06833-3FBF-4C52-8CF4-64B2F05C4D40}"/>
    <dgm:cxn modelId="{114EFAD4-0AE8-44F3-B619-B637F879F4C2}" type="presOf" srcId="{A03AF617-6F11-4D26-981B-DC8648DD7156}" destId="{1AFD94F9-AF1C-43F6-BA4C-C169B65D78BF}" srcOrd="0" destOrd="0" presId="urn:microsoft.com/office/officeart/2005/8/layout/orgChart1"/>
    <dgm:cxn modelId="{9B5F105E-4724-4285-9B21-B52FEBF1DF63}" type="presOf" srcId="{2B519B5E-E496-445C-832B-B853FF008CBC}" destId="{50C30AF6-B81C-4288-BB65-0261022B4804}" srcOrd="0" destOrd="0" presId="urn:microsoft.com/office/officeart/2005/8/layout/orgChart1"/>
    <dgm:cxn modelId="{BEF85409-06B7-4203-8CB8-23D1F86732A4}" type="presOf" srcId="{729257DA-4481-425D-A548-56A26F736C3D}" destId="{00CA85F7-5FB0-4DCF-A630-522466AD3D89}" srcOrd="0" destOrd="0" presId="urn:microsoft.com/office/officeart/2005/8/layout/orgChart1"/>
    <dgm:cxn modelId="{10035973-34B8-46E6-9C46-BA2BB7CA60B1}" type="presOf" srcId="{0EBA61D8-AB50-4C8C-BFDA-5E7EE47FDCB9}" destId="{B8B5EA46-5A89-4445-94AA-870576DF2BE5}" srcOrd="0" destOrd="0" presId="urn:microsoft.com/office/officeart/2005/8/layout/orgChart1"/>
    <dgm:cxn modelId="{4DAE66C0-B69B-4DB8-A0E3-F0836703681B}" type="presOf" srcId="{37451F65-2F9B-45AF-9FE6-C0DA319C7043}" destId="{9F039A72-1BAA-4E34-A0C6-A2780E69889D}" srcOrd="0" destOrd="0" presId="urn:microsoft.com/office/officeart/2005/8/layout/orgChart1"/>
    <dgm:cxn modelId="{37C4D028-7263-4A19-9415-4F756F6AD4E0}" type="presOf" srcId="{C6814C33-8955-4880-8E19-F3FEEE4E71EF}" destId="{7C100102-DED9-43D0-B71A-C85DDCD5FF69}" srcOrd="1" destOrd="0" presId="urn:microsoft.com/office/officeart/2005/8/layout/orgChart1"/>
    <dgm:cxn modelId="{8E8C5F19-86BD-4477-9E90-874731A8EDA9}" srcId="{C6814C33-8955-4880-8E19-F3FEEE4E71EF}" destId="{0EBA61D8-AB50-4C8C-BFDA-5E7EE47FDCB9}" srcOrd="3" destOrd="0" parTransId="{1A994F0A-A6BE-400A-9131-B2E7FCDD429D}" sibTransId="{BD9F05A7-ADBE-4DC8-9C09-D52B4F7EC4AD}"/>
    <dgm:cxn modelId="{40C9A053-DC67-4239-AD24-59207DF1A728}" type="presOf" srcId="{7AE86B23-846A-437C-A944-3ACCCFADD6EE}" destId="{F7EEA5CF-6382-44DC-8BF3-A442ED492611}" srcOrd="1" destOrd="0" presId="urn:microsoft.com/office/officeart/2005/8/layout/orgChart1"/>
    <dgm:cxn modelId="{93F8D004-C71E-4737-BC0E-018EE9A21689}" type="presParOf" srcId="{1AFD94F9-AF1C-43F6-BA4C-C169B65D78BF}" destId="{872E1B28-1276-4881-BA43-28793E42857E}" srcOrd="0" destOrd="0" presId="urn:microsoft.com/office/officeart/2005/8/layout/orgChart1"/>
    <dgm:cxn modelId="{6049BEF5-77E4-4B8C-9EBF-D214D6C74B11}" type="presParOf" srcId="{872E1B28-1276-4881-BA43-28793E42857E}" destId="{97AC8A46-C336-450D-B2D8-C94155A55667}" srcOrd="0" destOrd="0" presId="urn:microsoft.com/office/officeart/2005/8/layout/orgChart1"/>
    <dgm:cxn modelId="{FB813773-2CCC-4169-BB33-FB3B4F45F3E8}" type="presParOf" srcId="{97AC8A46-C336-450D-B2D8-C94155A55667}" destId="{AE2812BD-0E60-4C0C-9F92-41064E158913}" srcOrd="0" destOrd="0" presId="urn:microsoft.com/office/officeart/2005/8/layout/orgChart1"/>
    <dgm:cxn modelId="{E3FE835C-7613-4EBF-B252-BD498A491E8F}" type="presParOf" srcId="{97AC8A46-C336-450D-B2D8-C94155A55667}" destId="{7C100102-DED9-43D0-B71A-C85DDCD5FF69}" srcOrd="1" destOrd="0" presId="urn:microsoft.com/office/officeart/2005/8/layout/orgChart1"/>
    <dgm:cxn modelId="{AC187496-2A62-4DA1-B3FB-90F8F569987B}" type="presParOf" srcId="{872E1B28-1276-4881-BA43-28793E42857E}" destId="{A8031BF4-384C-40C1-9357-10F83AD7FCC5}" srcOrd="1" destOrd="0" presId="urn:microsoft.com/office/officeart/2005/8/layout/orgChart1"/>
    <dgm:cxn modelId="{A1B516D5-CA55-4279-9248-8A3BE3A9D6B2}" type="presParOf" srcId="{A8031BF4-384C-40C1-9357-10F83AD7FCC5}" destId="{AE181AD7-BBB7-4546-A400-199AA3F37277}" srcOrd="0" destOrd="0" presId="urn:microsoft.com/office/officeart/2005/8/layout/orgChart1"/>
    <dgm:cxn modelId="{C99F7A16-8797-444F-B2A7-E71C2C03F094}" type="presParOf" srcId="{A8031BF4-384C-40C1-9357-10F83AD7FCC5}" destId="{42E0563E-0E8D-4B92-B534-DFAFEB2525E7}" srcOrd="1" destOrd="0" presId="urn:microsoft.com/office/officeart/2005/8/layout/orgChart1"/>
    <dgm:cxn modelId="{07E2D702-6755-4B6F-8C2C-691FAC176A71}" type="presParOf" srcId="{42E0563E-0E8D-4B92-B534-DFAFEB2525E7}" destId="{CBF41092-6D80-4C80-9307-C1608ACB71B4}" srcOrd="0" destOrd="0" presId="urn:microsoft.com/office/officeart/2005/8/layout/orgChart1"/>
    <dgm:cxn modelId="{633616C3-65A4-4FAB-9C95-2BFD80A27E72}" type="presParOf" srcId="{CBF41092-6D80-4C80-9307-C1608ACB71B4}" destId="{4FCCD477-00EF-4653-A9A1-764D2B973A2A}" srcOrd="0" destOrd="0" presId="urn:microsoft.com/office/officeart/2005/8/layout/orgChart1"/>
    <dgm:cxn modelId="{394BF7F5-3DD3-4959-AC4E-D19C5B54D91C}" type="presParOf" srcId="{CBF41092-6D80-4C80-9307-C1608ACB71B4}" destId="{58A883B6-58BE-4040-BE89-736366E3C60D}" srcOrd="1" destOrd="0" presId="urn:microsoft.com/office/officeart/2005/8/layout/orgChart1"/>
    <dgm:cxn modelId="{0501DD54-39E1-4357-99F6-F846A59D32B4}" type="presParOf" srcId="{42E0563E-0E8D-4B92-B534-DFAFEB2525E7}" destId="{065CB90E-6EFB-402C-B2E5-5D2C3E29A2E7}" srcOrd="1" destOrd="0" presId="urn:microsoft.com/office/officeart/2005/8/layout/orgChart1"/>
    <dgm:cxn modelId="{B6AE39C4-6B86-4230-9331-B1DA0543F761}" type="presParOf" srcId="{42E0563E-0E8D-4B92-B534-DFAFEB2525E7}" destId="{455D684F-8923-4BE0-A7DD-C73EFE85985A}" srcOrd="2" destOrd="0" presId="urn:microsoft.com/office/officeart/2005/8/layout/orgChart1"/>
    <dgm:cxn modelId="{C5B125FB-2734-42B7-93AC-E563786712FF}" type="presParOf" srcId="{A8031BF4-384C-40C1-9357-10F83AD7FCC5}" destId="{50C30AF6-B81C-4288-BB65-0261022B4804}" srcOrd="2" destOrd="0" presId="urn:microsoft.com/office/officeart/2005/8/layout/orgChart1"/>
    <dgm:cxn modelId="{52E68C06-4B3D-4BC4-8D8E-245B2979AA47}" type="presParOf" srcId="{A8031BF4-384C-40C1-9357-10F83AD7FCC5}" destId="{7E29B62A-A3FB-46D3-B6F2-330755FA9874}" srcOrd="3" destOrd="0" presId="urn:microsoft.com/office/officeart/2005/8/layout/orgChart1"/>
    <dgm:cxn modelId="{93267A47-8369-4F11-AC06-766F6320E305}" type="presParOf" srcId="{7E29B62A-A3FB-46D3-B6F2-330755FA9874}" destId="{F5CDF9DB-B4F1-458A-9E41-199263F2C7F6}" srcOrd="0" destOrd="0" presId="urn:microsoft.com/office/officeart/2005/8/layout/orgChart1"/>
    <dgm:cxn modelId="{C8F667AE-FF34-40DD-B122-6BBFEA17771F}" type="presParOf" srcId="{F5CDF9DB-B4F1-458A-9E41-199263F2C7F6}" destId="{83F9B8C6-5598-4A71-B93B-2180FE773A0C}" srcOrd="0" destOrd="0" presId="urn:microsoft.com/office/officeart/2005/8/layout/orgChart1"/>
    <dgm:cxn modelId="{EA2790E0-644F-41F6-895F-C6F065F01174}" type="presParOf" srcId="{F5CDF9DB-B4F1-458A-9E41-199263F2C7F6}" destId="{F7EEA5CF-6382-44DC-8BF3-A442ED492611}" srcOrd="1" destOrd="0" presId="urn:microsoft.com/office/officeart/2005/8/layout/orgChart1"/>
    <dgm:cxn modelId="{71747B8C-10D4-43A9-90E1-329310F57021}" type="presParOf" srcId="{7E29B62A-A3FB-46D3-B6F2-330755FA9874}" destId="{5365DFD4-071B-4E56-8DB8-9FC2B8E10DFF}" srcOrd="1" destOrd="0" presId="urn:microsoft.com/office/officeart/2005/8/layout/orgChart1"/>
    <dgm:cxn modelId="{1BB739AF-2012-49E7-B20D-FCE3B1A022FB}" type="presParOf" srcId="{7E29B62A-A3FB-46D3-B6F2-330755FA9874}" destId="{01C5EA28-8557-4428-9D8A-F2F665BBE2E0}" srcOrd="2" destOrd="0" presId="urn:microsoft.com/office/officeart/2005/8/layout/orgChart1"/>
    <dgm:cxn modelId="{CFDF0B73-46F6-45FF-AF20-6DA6638AD31C}" type="presParOf" srcId="{A8031BF4-384C-40C1-9357-10F83AD7FCC5}" destId="{BCFC46AA-A200-437F-85BD-18150829FBC4}" srcOrd="4" destOrd="0" presId="urn:microsoft.com/office/officeart/2005/8/layout/orgChart1"/>
    <dgm:cxn modelId="{C4474F1E-53AF-4B62-8E5C-4311A2AA4D05}" type="presParOf" srcId="{A8031BF4-384C-40C1-9357-10F83AD7FCC5}" destId="{E5E6AC2E-568C-4B97-93F8-DE4881AEA3EC}" srcOrd="5" destOrd="0" presId="urn:microsoft.com/office/officeart/2005/8/layout/orgChart1"/>
    <dgm:cxn modelId="{72843F5C-5D3E-409D-BFE6-73ADCD2ACDB5}" type="presParOf" srcId="{E5E6AC2E-568C-4B97-93F8-DE4881AEA3EC}" destId="{D056FD07-6B39-40F7-8157-8A4E40E71BE7}" srcOrd="0" destOrd="0" presId="urn:microsoft.com/office/officeart/2005/8/layout/orgChart1"/>
    <dgm:cxn modelId="{DF7ADFB4-14EB-41CB-9BBA-E49044473D46}" type="presParOf" srcId="{D056FD07-6B39-40F7-8157-8A4E40E71BE7}" destId="{B8B5EA46-5A89-4445-94AA-870576DF2BE5}" srcOrd="0" destOrd="0" presId="urn:microsoft.com/office/officeart/2005/8/layout/orgChart1"/>
    <dgm:cxn modelId="{B79988F4-C2C9-4867-8E15-777BE32FBEE0}" type="presParOf" srcId="{D056FD07-6B39-40F7-8157-8A4E40E71BE7}" destId="{FCAD5005-295D-4A9C-81BC-BFC2265DBDAC}" srcOrd="1" destOrd="0" presId="urn:microsoft.com/office/officeart/2005/8/layout/orgChart1"/>
    <dgm:cxn modelId="{0F766066-476C-4503-87FB-9A868F0B7BF2}" type="presParOf" srcId="{E5E6AC2E-568C-4B97-93F8-DE4881AEA3EC}" destId="{F9DD7DDD-5DA1-4759-8BAE-91E157E41032}" srcOrd="1" destOrd="0" presId="urn:microsoft.com/office/officeart/2005/8/layout/orgChart1"/>
    <dgm:cxn modelId="{100BA9C2-A4FC-406A-8B16-31186C8E24D0}" type="presParOf" srcId="{E5E6AC2E-568C-4B97-93F8-DE4881AEA3EC}" destId="{A75163D5-7F09-4E9D-BC5C-A7D576360A89}" srcOrd="2" destOrd="0" presId="urn:microsoft.com/office/officeart/2005/8/layout/orgChart1"/>
    <dgm:cxn modelId="{A79C03BC-1F69-4FF0-A591-4C3249EEFECB}" type="presParOf" srcId="{872E1B28-1276-4881-BA43-28793E42857E}" destId="{91E1F3A3-8FED-42D6-B209-BD95BF5A87AD}" srcOrd="2" destOrd="0" presId="urn:microsoft.com/office/officeart/2005/8/layout/orgChart1"/>
    <dgm:cxn modelId="{F7D181AE-F643-4AA5-97BC-4869806501BE}" type="presParOf" srcId="{91E1F3A3-8FED-42D6-B209-BD95BF5A87AD}" destId="{00CA85F7-5FB0-4DCF-A630-522466AD3D89}" srcOrd="0" destOrd="0" presId="urn:microsoft.com/office/officeart/2005/8/layout/orgChart1"/>
    <dgm:cxn modelId="{216C0507-FC7B-4413-BDFE-3F96D284CFA1}" type="presParOf" srcId="{91E1F3A3-8FED-42D6-B209-BD95BF5A87AD}" destId="{9300AC77-661A-4427-8428-53D41A093E91}" srcOrd="1" destOrd="0" presId="urn:microsoft.com/office/officeart/2005/8/layout/orgChart1"/>
    <dgm:cxn modelId="{F3ABC693-7071-4BC3-AFBD-8850569040E0}" type="presParOf" srcId="{9300AC77-661A-4427-8428-53D41A093E91}" destId="{3A90BA6A-0DA1-425A-A8C1-30BDDF725EB3}" srcOrd="0" destOrd="0" presId="urn:microsoft.com/office/officeart/2005/8/layout/orgChart1"/>
    <dgm:cxn modelId="{7E6C900E-08D3-4183-AFEB-85E30596CF78}" type="presParOf" srcId="{3A90BA6A-0DA1-425A-A8C1-30BDDF725EB3}" destId="{9F039A72-1BAA-4E34-A0C6-A2780E69889D}" srcOrd="0" destOrd="0" presId="urn:microsoft.com/office/officeart/2005/8/layout/orgChart1"/>
    <dgm:cxn modelId="{C3FFB8EA-D9F8-49BA-A417-4DE9C6C947B6}" type="presParOf" srcId="{3A90BA6A-0DA1-425A-A8C1-30BDDF725EB3}" destId="{24103CC5-5E9E-4325-9509-BD4E4140317A}" srcOrd="1" destOrd="0" presId="urn:microsoft.com/office/officeart/2005/8/layout/orgChart1"/>
    <dgm:cxn modelId="{A5A8071A-DC82-4BE1-972D-4AC0BA5149E5}" type="presParOf" srcId="{9300AC77-661A-4427-8428-53D41A093E91}" destId="{5682BDCA-A39F-4E3F-B7D8-15A5BA92CD9B}" srcOrd="1" destOrd="0" presId="urn:microsoft.com/office/officeart/2005/8/layout/orgChart1"/>
    <dgm:cxn modelId="{B54DD1D3-76A7-44AD-B576-483C4E890FD0}" type="presParOf" srcId="{9300AC77-661A-4427-8428-53D41A093E91}" destId="{3423003F-3E3A-4C07-B551-A64F5DABBDC3}"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03AF617-6F11-4D26-981B-DC8648DD715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C6814C33-8955-4880-8E19-F3FEEE4E71EF}">
      <dgm:prSet phldrT="[Text]" custT="1"/>
      <dgm:spPr>
        <a:solidFill>
          <a:schemeClr val="accent5">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sz="700" dirty="0"/>
            <a:t>“CTO”</a:t>
          </a:r>
        </a:p>
      </dgm:t>
    </dgm:pt>
    <dgm:pt modelId="{6878857C-5EC5-44D1-9C7E-E563E633770F}" type="parTrans" cxnId="{389883C3-ADCB-4A66-AE64-7FDE8FCDE339}">
      <dgm:prSet/>
      <dgm:spPr/>
      <dgm:t>
        <a:bodyPr/>
        <a:lstStyle/>
        <a:p>
          <a:endParaRPr lang="en-US" sz="700"/>
        </a:p>
      </dgm:t>
    </dgm:pt>
    <dgm:pt modelId="{0E4A8D6A-36E7-41A8-9171-0E6789D971AB}" type="sibTrans" cxnId="{389883C3-ADCB-4A66-AE64-7FDE8FCDE339}">
      <dgm:prSet/>
      <dgm:spPr/>
      <dgm:t>
        <a:bodyPr/>
        <a:lstStyle/>
        <a:p>
          <a:endParaRPr lang="en-US" sz="700"/>
        </a:p>
      </dgm:t>
    </dgm:pt>
    <dgm:pt modelId="{37451F65-2F9B-45AF-9FE6-C0DA319C7043}" type="asst">
      <dgm:prSet phldrT="[Text]" custT="1"/>
      <dgm:spPr>
        <a:solidFill>
          <a:schemeClr val="accent5">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sz="700" dirty="0"/>
            <a:t>Deputy CTO</a:t>
          </a:r>
        </a:p>
      </dgm:t>
    </dgm:pt>
    <dgm:pt modelId="{729257DA-4481-425D-A548-56A26F736C3D}" type="parTrans" cxnId="{EF0F4833-A059-4397-9FC4-49BFBF9986F1}">
      <dgm:prSet/>
      <dgm:spPr/>
      <dgm:t>
        <a:bodyPr/>
        <a:lstStyle/>
        <a:p>
          <a:endParaRPr lang="en-US" sz="700"/>
        </a:p>
      </dgm:t>
    </dgm:pt>
    <dgm:pt modelId="{2F178D00-D21B-4E23-AC2E-C1864436A6B0}" type="sibTrans" cxnId="{EF0F4833-A059-4397-9FC4-49BFBF9986F1}">
      <dgm:prSet/>
      <dgm:spPr/>
      <dgm:t>
        <a:bodyPr/>
        <a:lstStyle/>
        <a:p>
          <a:endParaRPr lang="en-US" sz="700"/>
        </a:p>
      </dgm:t>
    </dgm:pt>
    <dgm:pt modelId="{5A40E443-C7C0-4D92-8A70-9019F2CAB6E8}">
      <dgm:prSet phldrT="[Text]" custT="1"/>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sz="700" dirty="0"/>
            <a:t>IT</a:t>
          </a:r>
        </a:p>
      </dgm:t>
    </dgm:pt>
    <dgm:pt modelId="{8F67A094-A107-4935-A6E7-8B2CEDDA9931}" type="parTrans" cxnId="{8D2FD29E-0787-4F4D-8982-12F76B39667B}">
      <dgm:prSet/>
      <dgm:spPr/>
      <dgm:t>
        <a:bodyPr/>
        <a:lstStyle/>
        <a:p>
          <a:endParaRPr lang="en-US" sz="700"/>
        </a:p>
      </dgm:t>
    </dgm:pt>
    <dgm:pt modelId="{03D06833-3FBF-4C52-8CF4-64B2F05C4D40}" type="sibTrans" cxnId="{8D2FD29E-0787-4F4D-8982-12F76B39667B}">
      <dgm:prSet/>
      <dgm:spPr/>
      <dgm:t>
        <a:bodyPr/>
        <a:lstStyle/>
        <a:p>
          <a:endParaRPr lang="en-US" sz="700"/>
        </a:p>
      </dgm:t>
    </dgm:pt>
    <dgm:pt modelId="{7AE86B23-846A-437C-A944-3ACCCFADD6EE}">
      <dgm:prSet custT="1"/>
      <dgm:spPr>
        <a:solidFill>
          <a:schemeClr val="accent5">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buFont typeface="+mj-lt"/>
            <a:buAutoNum type="alphaLcPeriod"/>
          </a:pPr>
          <a:r>
            <a:rPr lang="en-US" sz="700" dirty="0"/>
            <a:t>Product </a:t>
          </a:r>
          <a:br>
            <a:rPr lang="en-US" sz="700" dirty="0"/>
          </a:br>
          <a:r>
            <a:rPr lang="en-US" sz="700" dirty="0"/>
            <a:t>Management</a:t>
          </a:r>
        </a:p>
      </dgm:t>
    </dgm:pt>
    <dgm:pt modelId="{2B519B5E-E496-445C-832B-B853FF008CBC}" type="parTrans" cxnId="{509774FC-C361-4C07-B369-322AEB2501B6}">
      <dgm:prSet/>
      <dgm:spPr/>
      <dgm:t>
        <a:bodyPr/>
        <a:lstStyle/>
        <a:p>
          <a:endParaRPr lang="en-US" sz="700"/>
        </a:p>
      </dgm:t>
    </dgm:pt>
    <dgm:pt modelId="{74F6156A-8226-44BC-AFC4-B57E71584F12}" type="sibTrans" cxnId="{509774FC-C361-4C07-B369-322AEB2501B6}">
      <dgm:prSet/>
      <dgm:spPr/>
      <dgm:t>
        <a:bodyPr/>
        <a:lstStyle/>
        <a:p>
          <a:endParaRPr lang="en-US" sz="700"/>
        </a:p>
      </dgm:t>
    </dgm:pt>
    <dgm:pt modelId="{0EBA61D8-AB50-4C8C-BFDA-5E7EE47FDCB9}">
      <dgm:prSet custT="1"/>
      <dgm:spPr>
        <a:solidFill>
          <a:schemeClr val="accent5">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sz="700"/>
            <a:t>Field </a:t>
          </a:r>
          <a:r>
            <a:rPr lang="en-US" sz="700" dirty="0"/>
            <a:t>Support</a:t>
          </a:r>
        </a:p>
      </dgm:t>
    </dgm:pt>
    <dgm:pt modelId="{1A994F0A-A6BE-400A-9131-B2E7FCDD429D}" type="parTrans" cxnId="{8E8C5F19-86BD-4477-9E90-874731A8EDA9}">
      <dgm:prSet/>
      <dgm:spPr/>
      <dgm:t>
        <a:bodyPr/>
        <a:lstStyle/>
        <a:p>
          <a:endParaRPr lang="en-US" sz="700"/>
        </a:p>
      </dgm:t>
    </dgm:pt>
    <dgm:pt modelId="{BD9F05A7-ADBE-4DC8-9C09-D52B4F7EC4AD}" type="sibTrans" cxnId="{8E8C5F19-86BD-4477-9E90-874731A8EDA9}">
      <dgm:prSet/>
      <dgm:spPr/>
      <dgm:t>
        <a:bodyPr/>
        <a:lstStyle/>
        <a:p>
          <a:endParaRPr lang="en-US" sz="700"/>
        </a:p>
      </dgm:t>
    </dgm:pt>
    <dgm:pt modelId="{1AFD94F9-AF1C-43F6-BA4C-C169B65D78BF}" type="pres">
      <dgm:prSet presAssocID="{A03AF617-6F11-4D26-981B-DC8648DD7156}" presName="hierChild1" presStyleCnt="0">
        <dgm:presLayoutVars>
          <dgm:orgChart val="1"/>
          <dgm:chPref val="1"/>
          <dgm:dir/>
          <dgm:animOne val="branch"/>
          <dgm:animLvl val="lvl"/>
          <dgm:resizeHandles/>
        </dgm:presLayoutVars>
      </dgm:prSet>
      <dgm:spPr/>
      <dgm:t>
        <a:bodyPr/>
        <a:lstStyle/>
        <a:p>
          <a:endParaRPr lang="en-US"/>
        </a:p>
      </dgm:t>
    </dgm:pt>
    <dgm:pt modelId="{872E1B28-1276-4881-BA43-28793E42857E}" type="pres">
      <dgm:prSet presAssocID="{C6814C33-8955-4880-8E19-F3FEEE4E71EF}" presName="hierRoot1" presStyleCnt="0">
        <dgm:presLayoutVars>
          <dgm:hierBranch val="init"/>
        </dgm:presLayoutVars>
      </dgm:prSet>
      <dgm:spPr/>
    </dgm:pt>
    <dgm:pt modelId="{97AC8A46-C336-450D-B2D8-C94155A55667}" type="pres">
      <dgm:prSet presAssocID="{C6814C33-8955-4880-8E19-F3FEEE4E71EF}" presName="rootComposite1" presStyleCnt="0"/>
      <dgm:spPr/>
    </dgm:pt>
    <dgm:pt modelId="{AE2812BD-0E60-4C0C-9F92-41064E158913}" type="pres">
      <dgm:prSet presAssocID="{C6814C33-8955-4880-8E19-F3FEEE4E71EF}" presName="rootText1" presStyleLbl="node0" presStyleIdx="0" presStyleCnt="1">
        <dgm:presLayoutVars>
          <dgm:chPref val="3"/>
        </dgm:presLayoutVars>
      </dgm:prSet>
      <dgm:spPr/>
      <dgm:t>
        <a:bodyPr/>
        <a:lstStyle/>
        <a:p>
          <a:endParaRPr lang="en-US"/>
        </a:p>
      </dgm:t>
    </dgm:pt>
    <dgm:pt modelId="{7C100102-DED9-43D0-B71A-C85DDCD5FF69}" type="pres">
      <dgm:prSet presAssocID="{C6814C33-8955-4880-8E19-F3FEEE4E71EF}" presName="rootConnector1" presStyleLbl="node1" presStyleIdx="0" presStyleCnt="0"/>
      <dgm:spPr/>
      <dgm:t>
        <a:bodyPr/>
        <a:lstStyle/>
        <a:p>
          <a:endParaRPr lang="en-US"/>
        </a:p>
      </dgm:t>
    </dgm:pt>
    <dgm:pt modelId="{A8031BF4-384C-40C1-9357-10F83AD7FCC5}" type="pres">
      <dgm:prSet presAssocID="{C6814C33-8955-4880-8E19-F3FEEE4E71EF}" presName="hierChild2" presStyleCnt="0"/>
      <dgm:spPr/>
    </dgm:pt>
    <dgm:pt modelId="{AE181AD7-BBB7-4546-A400-199AA3F37277}" type="pres">
      <dgm:prSet presAssocID="{8F67A094-A107-4935-A6E7-8B2CEDDA9931}" presName="Name37" presStyleLbl="parChTrans1D2" presStyleIdx="0" presStyleCnt="4"/>
      <dgm:spPr/>
      <dgm:t>
        <a:bodyPr/>
        <a:lstStyle/>
        <a:p>
          <a:endParaRPr lang="en-US"/>
        </a:p>
      </dgm:t>
    </dgm:pt>
    <dgm:pt modelId="{42E0563E-0E8D-4B92-B534-DFAFEB2525E7}" type="pres">
      <dgm:prSet presAssocID="{5A40E443-C7C0-4D92-8A70-9019F2CAB6E8}" presName="hierRoot2" presStyleCnt="0">
        <dgm:presLayoutVars>
          <dgm:hierBranch val="init"/>
        </dgm:presLayoutVars>
      </dgm:prSet>
      <dgm:spPr/>
    </dgm:pt>
    <dgm:pt modelId="{CBF41092-6D80-4C80-9307-C1608ACB71B4}" type="pres">
      <dgm:prSet presAssocID="{5A40E443-C7C0-4D92-8A70-9019F2CAB6E8}" presName="rootComposite" presStyleCnt="0"/>
      <dgm:spPr/>
    </dgm:pt>
    <dgm:pt modelId="{4FCCD477-00EF-4653-A9A1-764D2B973A2A}" type="pres">
      <dgm:prSet presAssocID="{5A40E443-C7C0-4D92-8A70-9019F2CAB6E8}" presName="rootText" presStyleLbl="node2" presStyleIdx="0" presStyleCnt="3">
        <dgm:presLayoutVars>
          <dgm:chPref val="3"/>
        </dgm:presLayoutVars>
      </dgm:prSet>
      <dgm:spPr/>
      <dgm:t>
        <a:bodyPr/>
        <a:lstStyle/>
        <a:p>
          <a:endParaRPr lang="en-US"/>
        </a:p>
      </dgm:t>
    </dgm:pt>
    <dgm:pt modelId="{58A883B6-58BE-4040-BE89-736366E3C60D}" type="pres">
      <dgm:prSet presAssocID="{5A40E443-C7C0-4D92-8A70-9019F2CAB6E8}" presName="rootConnector" presStyleLbl="node2" presStyleIdx="0" presStyleCnt="3"/>
      <dgm:spPr/>
      <dgm:t>
        <a:bodyPr/>
        <a:lstStyle/>
        <a:p>
          <a:endParaRPr lang="en-US"/>
        </a:p>
      </dgm:t>
    </dgm:pt>
    <dgm:pt modelId="{065CB90E-6EFB-402C-B2E5-5D2C3E29A2E7}" type="pres">
      <dgm:prSet presAssocID="{5A40E443-C7C0-4D92-8A70-9019F2CAB6E8}" presName="hierChild4" presStyleCnt="0"/>
      <dgm:spPr/>
    </dgm:pt>
    <dgm:pt modelId="{455D684F-8923-4BE0-A7DD-C73EFE85985A}" type="pres">
      <dgm:prSet presAssocID="{5A40E443-C7C0-4D92-8A70-9019F2CAB6E8}" presName="hierChild5" presStyleCnt="0"/>
      <dgm:spPr/>
    </dgm:pt>
    <dgm:pt modelId="{50C30AF6-B81C-4288-BB65-0261022B4804}" type="pres">
      <dgm:prSet presAssocID="{2B519B5E-E496-445C-832B-B853FF008CBC}" presName="Name37" presStyleLbl="parChTrans1D2" presStyleIdx="1" presStyleCnt="4"/>
      <dgm:spPr/>
      <dgm:t>
        <a:bodyPr/>
        <a:lstStyle/>
        <a:p>
          <a:endParaRPr lang="en-US"/>
        </a:p>
      </dgm:t>
    </dgm:pt>
    <dgm:pt modelId="{7E29B62A-A3FB-46D3-B6F2-330755FA9874}" type="pres">
      <dgm:prSet presAssocID="{7AE86B23-846A-437C-A944-3ACCCFADD6EE}" presName="hierRoot2" presStyleCnt="0">
        <dgm:presLayoutVars>
          <dgm:hierBranch val="init"/>
        </dgm:presLayoutVars>
      </dgm:prSet>
      <dgm:spPr/>
    </dgm:pt>
    <dgm:pt modelId="{F5CDF9DB-B4F1-458A-9E41-199263F2C7F6}" type="pres">
      <dgm:prSet presAssocID="{7AE86B23-846A-437C-A944-3ACCCFADD6EE}" presName="rootComposite" presStyleCnt="0"/>
      <dgm:spPr/>
    </dgm:pt>
    <dgm:pt modelId="{83F9B8C6-5598-4A71-B93B-2180FE773A0C}" type="pres">
      <dgm:prSet presAssocID="{7AE86B23-846A-437C-A944-3ACCCFADD6EE}" presName="rootText" presStyleLbl="node2" presStyleIdx="1" presStyleCnt="3">
        <dgm:presLayoutVars>
          <dgm:chPref val="3"/>
        </dgm:presLayoutVars>
      </dgm:prSet>
      <dgm:spPr/>
      <dgm:t>
        <a:bodyPr/>
        <a:lstStyle/>
        <a:p>
          <a:endParaRPr lang="en-US"/>
        </a:p>
      </dgm:t>
    </dgm:pt>
    <dgm:pt modelId="{F7EEA5CF-6382-44DC-8BF3-A442ED492611}" type="pres">
      <dgm:prSet presAssocID="{7AE86B23-846A-437C-A944-3ACCCFADD6EE}" presName="rootConnector" presStyleLbl="node2" presStyleIdx="1" presStyleCnt="3"/>
      <dgm:spPr/>
      <dgm:t>
        <a:bodyPr/>
        <a:lstStyle/>
        <a:p>
          <a:endParaRPr lang="en-US"/>
        </a:p>
      </dgm:t>
    </dgm:pt>
    <dgm:pt modelId="{5365DFD4-071B-4E56-8DB8-9FC2B8E10DFF}" type="pres">
      <dgm:prSet presAssocID="{7AE86B23-846A-437C-A944-3ACCCFADD6EE}" presName="hierChild4" presStyleCnt="0"/>
      <dgm:spPr/>
    </dgm:pt>
    <dgm:pt modelId="{01C5EA28-8557-4428-9D8A-F2F665BBE2E0}" type="pres">
      <dgm:prSet presAssocID="{7AE86B23-846A-437C-A944-3ACCCFADD6EE}" presName="hierChild5" presStyleCnt="0"/>
      <dgm:spPr/>
    </dgm:pt>
    <dgm:pt modelId="{BCFC46AA-A200-437F-85BD-18150829FBC4}" type="pres">
      <dgm:prSet presAssocID="{1A994F0A-A6BE-400A-9131-B2E7FCDD429D}" presName="Name37" presStyleLbl="parChTrans1D2" presStyleIdx="2" presStyleCnt="4"/>
      <dgm:spPr/>
      <dgm:t>
        <a:bodyPr/>
        <a:lstStyle/>
        <a:p>
          <a:endParaRPr lang="en-US"/>
        </a:p>
      </dgm:t>
    </dgm:pt>
    <dgm:pt modelId="{E5E6AC2E-568C-4B97-93F8-DE4881AEA3EC}" type="pres">
      <dgm:prSet presAssocID="{0EBA61D8-AB50-4C8C-BFDA-5E7EE47FDCB9}" presName="hierRoot2" presStyleCnt="0">
        <dgm:presLayoutVars>
          <dgm:hierBranch val="init"/>
        </dgm:presLayoutVars>
      </dgm:prSet>
      <dgm:spPr/>
    </dgm:pt>
    <dgm:pt modelId="{D056FD07-6B39-40F7-8157-8A4E40E71BE7}" type="pres">
      <dgm:prSet presAssocID="{0EBA61D8-AB50-4C8C-BFDA-5E7EE47FDCB9}" presName="rootComposite" presStyleCnt="0"/>
      <dgm:spPr/>
    </dgm:pt>
    <dgm:pt modelId="{B8B5EA46-5A89-4445-94AA-870576DF2BE5}" type="pres">
      <dgm:prSet presAssocID="{0EBA61D8-AB50-4C8C-BFDA-5E7EE47FDCB9}" presName="rootText" presStyleLbl="node2" presStyleIdx="2" presStyleCnt="3">
        <dgm:presLayoutVars>
          <dgm:chPref val="3"/>
        </dgm:presLayoutVars>
      </dgm:prSet>
      <dgm:spPr/>
      <dgm:t>
        <a:bodyPr/>
        <a:lstStyle/>
        <a:p>
          <a:endParaRPr lang="en-US"/>
        </a:p>
      </dgm:t>
    </dgm:pt>
    <dgm:pt modelId="{FCAD5005-295D-4A9C-81BC-BFC2265DBDAC}" type="pres">
      <dgm:prSet presAssocID="{0EBA61D8-AB50-4C8C-BFDA-5E7EE47FDCB9}" presName="rootConnector" presStyleLbl="node2" presStyleIdx="2" presStyleCnt="3"/>
      <dgm:spPr/>
      <dgm:t>
        <a:bodyPr/>
        <a:lstStyle/>
        <a:p>
          <a:endParaRPr lang="en-US"/>
        </a:p>
      </dgm:t>
    </dgm:pt>
    <dgm:pt modelId="{F9DD7DDD-5DA1-4759-8BAE-91E157E41032}" type="pres">
      <dgm:prSet presAssocID="{0EBA61D8-AB50-4C8C-BFDA-5E7EE47FDCB9}" presName="hierChild4" presStyleCnt="0"/>
      <dgm:spPr/>
    </dgm:pt>
    <dgm:pt modelId="{A75163D5-7F09-4E9D-BC5C-A7D576360A89}" type="pres">
      <dgm:prSet presAssocID="{0EBA61D8-AB50-4C8C-BFDA-5E7EE47FDCB9}" presName="hierChild5" presStyleCnt="0"/>
      <dgm:spPr/>
    </dgm:pt>
    <dgm:pt modelId="{91E1F3A3-8FED-42D6-B209-BD95BF5A87AD}" type="pres">
      <dgm:prSet presAssocID="{C6814C33-8955-4880-8E19-F3FEEE4E71EF}" presName="hierChild3" presStyleCnt="0"/>
      <dgm:spPr/>
    </dgm:pt>
    <dgm:pt modelId="{00CA85F7-5FB0-4DCF-A630-522466AD3D89}" type="pres">
      <dgm:prSet presAssocID="{729257DA-4481-425D-A548-56A26F736C3D}" presName="Name111" presStyleLbl="parChTrans1D2" presStyleIdx="3" presStyleCnt="4"/>
      <dgm:spPr/>
      <dgm:t>
        <a:bodyPr/>
        <a:lstStyle/>
        <a:p>
          <a:endParaRPr lang="en-US"/>
        </a:p>
      </dgm:t>
    </dgm:pt>
    <dgm:pt modelId="{9300AC77-661A-4427-8428-53D41A093E91}" type="pres">
      <dgm:prSet presAssocID="{37451F65-2F9B-45AF-9FE6-C0DA319C7043}" presName="hierRoot3" presStyleCnt="0">
        <dgm:presLayoutVars>
          <dgm:hierBranch val="init"/>
        </dgm:presLayoutVars>
      </dgm:prSet>
      <dgm:spPr/>
    </dgm:pt>
    <dgm:pt modelId="{3A90BA6A-0DA1-425A-A8C1-30BDDF725EB3}" type="pres">
      <dgm:prSet presAssocID="{37451F65-2F9B-45AF-9FE6-C0DA319C7043}" presName="rootComposite3" presStyleCnt="0"/>
      <dgm:spPr/>
    </dgm:pt>
    <dgm:pt modelId="{9F039A72-1BAA-4E34-A0C6-A2780E69889D}" type="pres">
      <dgm:prSet presAssocID="{37451F65-2F9B-45AF-9FE6-C0DA319C7043}" presName="rootText3" presStyleLbl="asst1" presStyleIdx="0" presStyleCnt="1" custLinFactX="29827" custLinFactNeighborX="100000">
        <dgm:presLayoutVars>
          <dgm:chPref val="3"/>
        </dgm:presLayoutVars>
      </dgm:prSet>
      <dgm:spPr/>
      <dgm:t>
        <a:bodyPr/>
        <a:lstStyle/>
        <a:p>
          <a:endParaRPr lang="en-US"/>
        </a:p>
      </dgm:t>
    </dgm:pt>
    <dgm:pt modelId="{24103CC5-5E9E-4325-9509-BD4E4140317A}" type="pres">
      <dgm:prSet presAssocID="{37451F65-2F9B-45AF-9FE6-C0DA319C7043}" presName="rootConnector3" presStyleLbl="asst1" presStyleIdx="0" presStyleCnt="1"/>
      <dgm:spPr/>
      <dgm:t>
        <a:bodyPr/>
        <a:lstStyle/>
        <a:p>
          <a:endParaRPr lang="en-US"/>
        </a:p>
      </dgm:t>
    </dgm:pt>
    <dgm:pt modelId="{5682BDCA-A39F-4E3F-B7D8-15A5BA92CD9B}" type="pres">
      <dgm:prSet presAssocID="{37451F65-2F9B-45AF-9FE6-C0DA319C7043}" presName="hierChild6" presStyleCnt="0"/>
      <dgm:spPr/>
    </dgm:pt>
    <dgm:pt modelId="{3423003F-3E3A-4C07-B551-A64F5DABBDC3}" type="pres">
      <dgm:prSet presAssocID="{37451F65-2F9B-45AF-9FE6-C0DA319C7043}" presName="hierChild7" presStyleCnt="0"/>
      <dgm:spPr/>
    </dgm:pt>
  </dgm:ptLst>
  <dgm:cxnLst>
    <dgm:cxn modelId="{2604F5B1-B0CC-4DD1-A173-B1BA443257DF}" type="presOf" srcId="{0EBA61D8-AB50-4C8C-BFDA-5E7EE47FDCB9}" destId="{FCAD5005-295D-4A9C-81BC-BFC2265DBDAC}" srcOrd="1" destOrd="0" presId="urn:microsoft.com/office/officeart/2005/8/layout/orgChart1"/>
    <dgm:cxn modelId="{89EA70B0-CBE2-49DC-9AD7-9126278255AA}" type="presOf" srcId="{C6814C33-8955-4880-8E19-F3FEEE4E71EF}" destId="{AE2812BD-0E60-4C0C-9F92-41064E158913}" srcOrd="0" destOrd="0" presId="urn:microsoft.com/office/officeart/2005/8/layout/orgChart1"/>
    <dgm:cxn modelId="{EF0F4833-A059-4397-9FC4-49BFBF9986F1}" srcId="{C6814C33-8955-4880-8E19-F3FEEE4E71EF}" destId="{37451F65-2F9B-45AF-9FE6-C0DA319C7043}" srcOrd="0" destOrd="0" parTransId="{729257DA-4481-425D-A548-56A26F736C3D}" sibTransId="{2F178D00-D21B-4E23-AC2E-C1864436A6B0}"/>
    <dgm:cxn modelId="{70D07E2D-9DCF-4540-9934-16C588409274}" type="presOf" srcId="{5A40E443-C7C0-4D92-8A70-9019F2CAB6E8}" destId="{4FCCD477-00EF-4653-A9A1-764D2B973A2A}" srcOrd="0" destOrd="0" presId="urn:microsoft.com/office/officeart/2005/8/layout/orgChart1"/>
    <dgm:cxn modelId="{389883C3-ADCB-4A66-AE64-7FDE8FCDE339}" srcId="{A03AF617-6F11-4D26-981B-DC8648DD7156}" destId="{C6814C33-8955-4880-8E19-F3FEEE4E71EF}" srcOrd="0" destOrd="0" parTransId="{6878857C-5EC5-44D1-9C7E-E563E633770F}" sibTransId="{0E4A8D6A-36E7-41A8-9171-0E6789D971AB}"/>
    <dgm:cxn modelId="{7C75A240-37D7-4708-9F99-2ABF0A455A35}" type="presOf" srcId="{37451F65-2F9B-45AF-9FE6-C0DA319C7043}" destId="{24103CC5-5E9E-4325-9509-BD4E4140317A}" srcOrd="1" destOrd="0" presId="urn:microsoft.com/office/officeart/2005/8/layout/orgChart1"/>
    <dgm:cxn modelId="{B4FC0A74-951C-46E7-8C33-43518825D3EB}" type="presOf" srcId="{8F67A094-A107-4935-A6E7-8B2CEDDA9931}" destId="{AE181AD7-BBB7-4546-A400-199AA3F37277}" srcOrd="0" destOrd="0" presId="urn:microsoft.com/office/officeart/2005/8/layout/orgChart1"/>
    <dgm:cxn modelId="{0E195AAF-6424-4365-BD7E-2BDCA6FCFAEC}" type="presOf" srcId="{1A994F0A-A6BE-400A-9131-B2E7FCDD429D}" destId="{BCFC46AA-A200-437F-85BD-18150829FBC4}" srcOrd="0" destOrd="0" presId="urn:microsoft.com/office/officeart/2005/8/layout/orgChart1"/>
    <dgm:cxn modelId="{6D14C2DF-7078-42BE-A5A7-E74447881187}" type="presOf" srcId="{5A40E443-C7C0-4D92-8A70-9019F2CAB6E8}" destId="{58A883B6-58BE-4040-BE89-736366E3C60D}" srcOrd="1" destOrd="0" presId="urn:microsoft.com/office/officeart/2005/8/layout/orgChart1"/>
    <dgm:cxn modelId="{509774FC-C361-4C07-B369-322AEB2501B6}" srcId="{C6814C33-8955-4880-8E19-F3FEEE4E71EF}" destId="{7AE86B23-846A-437C-A944-3ACCCFADD6EE}" srcOrd="2" destOrd="0" parTransId="{2B519B5E-E496-445C-832B-B853FF008CBC}" sibTransId="{74F6156A-8226-44BC-AFC4-B57E71584F12}"/>
    <dgm:cxn modelId="{8059EE93-114B-4A6C-804A-82E17834B72A}" type="presOf" srcId="{7AE86B23-846A-437C-A944-3ACCCFADD6EE}" destId="{83F9B8C6-5598-4A71-B93B-2180FE773A0C}" srcOrd="0" destOrd="0" presId="urn:microsoft.com/office/officeart/2005/8/layout/orgChart1"/>
    <dgm:cxn modelId="{8D2FD29E-0787-4F4D-8982-12F76B39667B}" srcId="{C6814C33-8955-4880-8E19-F3FEEE4E71EF}" destId="{5A40E443-C7C0-4D92-8A70-9019F2CAB6E8}" srcOrd="1" destOrd="0" parTransId="{8F67A094-A107-4935-A6E7-8B2CEDDA9931}" sibTransId="{03D06833-3FBF-4C52-8CF4-64B2F05C4D40}"/>
    <dgm:cxn modelId="{114EFAD4-0AE8-44F3-B619-B637F879F4C2}" type="presOf" srcId="{A03AF617-6F11-4D26-981B-DC8648DD7156}" destId="{1AFD94F9-AF1C-43F6-BA4C-C169B65D78BF}" srcOrd="0" destOrd="0" presId="urn:microsoft.com/office/officeart/2005/8/layout/orgChart1"/>
    <dgm:cxn modelId="{9B5F105E-4724-4285-9B21-B52FEBF1DF63}" type="presOf" srcId="{2B519B5E-E496-445C-832B-B853FF008CBC}" destId="{50C30AF6-B81C-4288-BB65-0261022B4804}" srcOrd="0" destOrd="0" presId="urn:microsoft.com/office/officeart/2005/8/layout/orgChart1"/>
    <dgm:cxn modelId="{BEF85409-06B7-4203-8CB8-23D1F86732A4}" type="presOf" srcId="{729257DA-4481-425D-A548-56A26F736C3D}" destId="{00CA85F7-5FB0-4DCF-A630-522466AD3D89}" srcOrd="0" destOrd="0" presId="urn:microsoft.com/office/officeart/2005/8/layout/orgChart1"/>
    <dgm:cxn modelId="{10035973-34B8-46E6-9C46-BA2BB7CA60B1}" type="presOf" srcId="{0EBA61D8-AB50-4C8C-BFDA-5E7EE47FDCB9}" destId="{B8B5EA46-5A89-4445-94AA-870576DF2BE5}" srcOrd="0" destOrd="0" presId="urn:microsoft.com/office/officeart/2005/8/layout/orgChart1"/>
    <dgm:cxn modelId="{4DAE66C0-B69B-4DB8-A0E3-F0836703681B}" type="presOf" srcId="{37451F65-2F9B-45AF-9FE6-C0DA319C7043}" destId="{9F039A72-1BAA-4E34-A0C6-A2780E69889D}" srcOrd="0" destOrd="0" presId="urn:microsoft.com/office/officeart/2005/8/layout/orgChart1"/>
    <dgm:cxn modelId="{37C4D028-7263-4A19-9415-4F756F6AD4E0}" type="presOf" srcId="{C6814C33-8955-4880-8E19-F3FEEE4E71EF}" destId="{7C100102-DED9-43D0-B71A-C85DDCD5FF69}" srcOrd="1" destOrd="0" presId="urn:microsoft.com/office/officeart/2005/8/layout/orgChart1"/>
    <dgm:cxn modelId="{8E8C5F19-86BD-4477-9E90-874731A8EDA9}" srcId="{C6814C33-8955-4880-8E19-F3FEEE4E71EF}" destId="{0EBA61D8-AB50-4C8C-BFDA-5E7EE47FDCB9}" srcOrd="3" destOrd="0" parTransId="{1A994F0A-A6BE-400A-9131-B2E7FCDD429D}" sibTransId="{BD9F05A7-ADBE-4DC8-9C09-D52B4F7EC4AD}"/>
    <dgm:cxn modelId="{40C9A053-DC67-4239-AD24-59207DF1A728}" type="presOf" srcId="{7AE86B23-846A-437C-A944-3ACCCFADD6EE}" destId="{F7EEA5CF-6382-44DC-8BF3-A442ED492611}" srcOrd="1" destOrd="0" presId="urn:microsoft.com/office/officeart/2005/8/layout/orgChart1"/>
    <dgm:cxn modelId="{93F8D004-C71E-4737-BC0E-018EE9A21689}" type="presParOf" srcId="{1AFD94F9-AF1C-43F6-BA4C-C169B65D78BF}" destId="{872E1B28-1276-4881-BA43-28793E42857E}" srcOrd="0" destOrd="0" presId="urn:microsoft.com/office/officeart/2005/8/layout/orgChart1"/>
    <dgm:cxn modelId="{6049BEF5-77E4-4B8C-9EBF-D214D6C74B11}" type="presParOf" srcId="{872E1B28-1276-4881-BA43-28793E42857E}" destId="{97AC8A46-C336-450D-B2D8-C94155A55667}" srcOrd="0" destOrd="0" presId="urn:microsoft.com/office/officeart/2005/8/layout/orgChart1"/>
    <dgm:cxn modelId="{FB813773-2CCC-4169-BB33-FB3B4F45F3E8}" type="presParOf" srcId="{97AC8A46-C336-450D-B2D8-C94155A55667}" destId="{AE2812BD-0E60-4C0C-9F92-41064E158913}" srcOrd="0" destOrd="0" presId="urn:microsoft.com/office/officeart/2005/8/layout/orgChart1"/>
    <dgm:cxn modelId="{E3FE835C-7613-4EBF-B252-BD498A491E8F}" type="presParOf" srcId="{97AC8A46-C336-450D-B2D8-C94155A55667}" destId="{7C100102-DED9-43D0-B71A-C85DDCD5FF69}" srcOrd="1" destOrd="0" presId="urn:microsoft.com/office/officeart/2005/8/layout/orgChart1"/>
    <dgm:cxn modelId="{AC187496-2A62-4DA1-B3FB-90F8F569987B}" type="presParOf" srcId="{872E1B28-1276-4881-BA43-28793E42857E}" destId="{A8031BF4-384C-40C1-9357-10F83AD7FCC5}" srcOrd="1" destOrd="0" presId="urn:microsoft.com/office/officeart/2005/8/layout/orgChart1"/>
    <dgm:cxn modelId="{A1B516D5-CA55-4279-9248-8A3BE3A9D6B2}" type="presParOf" srcId="{A8031BF4-384C-40C1-9357-10F83AD7FCC5}" destId="{AE181AD7-BBB7-4546-A400-199AA3F37277}" srcOrd="0" destOrd="0" presId="urn:microsoft.com/office/officeart/2005/8/layout/orgChart1"/>
    <dgm:cxn modelId="{C99F7A16-8797-444F-B2A7-E71C2C03F094}" type="presParOf" srcId="{A8031BF4-384C-40C1-9357-10F83AD7FCC5}" destId="{42E0563E-0E8D-4B92-B534-DFAFEB2525E7}" srcOrd="1" destOrd="0" presId="urn:microsoft.com/office/officeart/2005/8/layout/orgChart1"/>
    <dgm:cxn modelId="{07E2D702-6755-4B6F-8C2C-691FAC176A71}" type="presParOf" srcId="{42E0563E-0E8D-4B92-B534-DFAFEB2525E7}" destId="{CBF41092-6D80-4C80-9307-C1608ACB71B4}" srcOrd="0" destOrd="0" presId="urn:microsoft.com/office/officeart/2005/8/layout/orgChart1"/>
    <dgm:cxn modelId="{633616C3-65A4-4FAB-9C95-2BFD80A27E72}" type="presParOf" srcId="{CBF41092-6D80-4C80-9307-C1608ACB71B4}" destId="{4FCCD477-00EF-4653-A9A1-764D2B973A2A}" srcOrd="0" destOrd="0" presId="urn:microsoft.com/office/officeart/2005/8/layout/orgChart1"/>
    <dgm:cxn modelId="{394BF7F5-3DD3-4959-AC4E-D19C5B54D91C}" type="presParOf" srcId="{CBF41092-6D80-4C80-9307-C1608ACB71B4}" destId="{58A883B6-58BE-4040-BE89-736366E3C60D}" srcOrd="1" destOrd="0" presId="urn:microsoft.com/office/officeart/2005/8/layout/orgChart1"/>
    <dgm:cxn modelId="{0501DD54-39E1-4357-99F6-F846A59D32B4}" type="presParOf" srcId="{42E0563E-0E8D-4B92-B534-DFAFEB2525E7}" destId="{065CB90E-6EFB-402C-B2E5-5D2C3E29A2E7}" srcOrd="1" destOrd="0" presId="urn:microsoft.com/office/officeart/2005/8/layout/orgChart1"/>
    <dgm:cxn modelId="{B6AE39C4-6B86-4230-9331-B1DA0543F761}" type="presParOf" srcId="{42E0563E-0E8D-4B92-B534-DFAFEB2525E7}" destId="{455D684F-8923-4BE0-A7DD-C73EFE85985A}" srcOrd="2" destOrd="0" presId="urn:microsoft.com/office/officeart/2005/8/layout/orgChart1"/>
    <dgm:cxn modelId="{C5B125FB-2734-42B7-93AC-E563786712FF}" type="presParOf" srcId="{A8031BF4-384C-40C1-9357-10F83AD7FCC5}" destId="{50C30AF6-B81C-4288-BB65-0261022B4804}" srcOrd="2" destOrd="0" presId="urn:microsoft.com/office/officeart/2005/8/layout/orgChart1"/>
    <dgm:cxn modelId="{52E68C06-4B3D-4BC4-8D8E-245B2979AA47}" type="presParOf" srcId="{A8031BF4-384C-40C1-9357-10F83AD7FCC5}" destId="{7E29B62A-A3FB-46D3-B6F2-330755FA9874}" srcOrd="3" destOrd="0" presId="urn:microsoft.com/office/officeart/2005/8/layout/orgChart1"/>
    <dgm:cxn modelId="{93267A47-8369-4F11-AC06-766F6320E305}" type="presParOf" srcId="{7E29B62A-A3FB-46D3-B6F2-330755FA9874}" destId="{F5CDF9DB-B4F1-458A-9E41-199263F2C7F6}" srcOrd="0" destOrd="0" presId="urn:microsoft.com/office/officeart/2005/8/layout/orgChart1"/>
    <dgm:cxn modelId="{C8F667AE-FF34-40DD-B122-6BBFEA17771F}" type="presParOf" srcId="{F5CDF9DB-B4F1-458A-9E41-199263F2C7F6}" destId="{83F9B8C6-5598-4A71-B93B-2180FE773A0C}" srcOrd="0" destOrd="0" presId="urn:microsoft.com/office/officeart/2005/8/layout/orgChart1"/>
    <dgm:cxn modelId="{EA2790E0-644F-41F6-895F-C6F065F01174}" type="presParOf" srcId="{F5CDF9DB-B4F1-458A-9E41-199263F2C7F6}" destId="{F7EEA5CF-6382-44DC-8BF3-A442ED492611}" srcOrd="1" destOrd="0" presId="urn:microsoft.com/office/officeart/2005/8/layout/orgChart1"/>
    <dgm:cxn modelId="{71747B8C-10D4-43A9-90E1-329310F57021}" type="presParOf" srcId="{7E29B62A-A3FB-46D3-B6F2-330755FA9874}" destId="{5365DFD4-071B-4E56-8DB8-9FC2B8E10DFF}" srcOrd="1" destOrd="0" presId="urn:microsoft.com/office/officeart/2005/8/layout/orgChart1"/>
    <dgm:cxn modelId="{1BB739AF-2012-49E7-B20D-FCE3B1A022FB}" type="presParOf" srcId="{7E29B62A-A3FB-46D3-B6F2-330755FA9874}" destId="{01C5EA28-8557-4428-9D8A-F2F665BBE2E0}" srcOrd="2" destOrd="0" presId="urn:microsoft.com/office/officeart/2005/8/layout/orgChart1"/>
    <dgm:cxn modelId="{CFDF0B73-46F6-45FF-AF20-6DA6638AD31C}" type="presParOf" srcId="{A8031BF4-384C-40C1-9357-10F83AD7FCC5}" destId="{BCFC46AA-A200-437F-85BD-18150829FBC4}" srcOrd="4" destOrd="0" presId="urn:microsoft.com/office/officeart/2005/8/layout/orgChart1"/>
    <dgm:cxn modelId="{C4474F1E-53AF-4B62-8E5C-4311A2AA4D05}" type="presParOf" srcId="{A8031BF4-384C-40C1-9357-10F83AD7FCC5}" destId="{E5E6AC2E-568C-4B97-93F8-DE4881AEA3EC}" srcOrd="5" destOrd="0" presId="urn:microsoft.com/office/officeart/2005/8/layout/orgChart1"/>
    <dgm:cxn modelId="{72843F5C-5D3E-409D-BFE6-73ADCD2ACDB5}" type="presParOf" srcId="{E5E6AC2E-568C-4B97-93F8-DE4881AEA3EC}" destId="{D056FD07-6B39-40F7-8157-8A4E40E71BE7}" srcOrd="0" destOrd="0" presId="urn:microsoft.com/office/officeart/2005/8/layout/orgChart1"/>
    <dgm:cxn modelId="{DF7ADFB4-14EB-41CB-9BBA-E49044473D46}" type="presParOf" srcId="{D056FD07-6B39-40F7-8157-8A4E40E71BE7}" destId="{B8B5EA46-5A89-4445-94AA-870576DF2BE5}" srcOrd="0" destOrd="0" presId="urn:microsoft.com/office/officeart/2005/8/layout/orgChart1"/>
    <dgm:cxn modelId="{B79988F4-C2C9-4867-8E15-777BE32FBEE0}" type="presParOf" srcId="{D056FD07-6B39-40F7-8157-8A4E40E71BE7}" destId="{FCAD5005-295D-4A9C-81BC-BFC2265DBDAC}" srcOrd="1" destOrd="0" presId="urn:microsoft.com/office/officeart/2005/8/layout/orgChart1"/>
    <dgm:cxn modelId="{0F766066-476C-4503-87FB-9A868F0B7BF2}" type="presParOf" srcId="{E5E6AC2E-568C-4B97-93F8-DE4881AEA3EC}" destId="{F9DD7DDD-5DA1-4759-8BAE-91E157E41032}" srcOrd="1" destOrd="0" presId="urn:microsoft.com/office/officeart/2005/8/layout/orgChart1"/>
    <dgm:cxn modelId="{100BA9C2-A4FC-406A-8B16-31186C8E24D0}" type="presParOf" srcId="{E5E6AC2E-568C-4B97-93F8-DE4881AEA3EC}" destId="{A75163D5-7F09-4E9D-BC5C-A7D576360A89}" srcOrd="2" destOrd="0" presId="urn:microsoft.com/office/officeart/2005/8/layout/orgChart1"/>
    <dgm:cxn modelId="{A79C03BC-1F69-4FF0-A591-4C3249EEFECB}" type="presParOf" srcId="{872E1B28-1276-4881-BA43-28793E42857E}" destId="{91E1F3A3-8FED-42D6-B209-BD95BF5A87AD}" srcOrd="2" destOrd="0" presId="urn:microsoft.com/office/officeart/2005/8/layout/orgChart1"/>
    <dgm:cxn modelId="{F7D181AE-F643-4AA5-97BC-4869806501BE}" type="presParOf" srcId="{91E1F3A3-8FED-42D6-B209-BD95BF5A87AD}" destId="{00CA85F7-5FB0-4DCF-A630-522466AD3D89}" srcOrd="0" destOrd="0" presId="urn:microsoft.com/office/officeart/2005/8/layout/orgChart1"/>
    <dgm:cxn modelId="{216C0507-FC7B-4413-BDFE-3F96D284CFA1}" type="presParOf" srcId="{91E1F3A3-8FED-42D6-B209-BD95BF5A87AD}" destId="{9300AC77-661A-4427-8428-53D41A093E91}" srcOrd="1" destOrd="0" presId="urn:microsoft.com/office/officeart/2005/8/layout/orgChart1"/>
    <dgm:cxn modelId="{F3ABC693-7071-4BC3-AFBD-8850569040E0}" type="presParOf" srcId="{9300AC77-661A-4427-8428-53D41A093E91}" destId="{3A90BA6A-0DA1-425A-A8C1-30BDDF725EB3}" srcOrd="0" destOrd="0" presId="urn:microsoft.com/office/officeart/2005/8/layout/orgChart1"/>
    <dgm:cxn modelId="{7E6C900E-08D3-4183-AFEB-85E30596CF78}" type="presParOf" srcId="{3A90BA6A-0DA1-425A-A8C1-30BDDF725EB3}" destId="{9F039A72-1BAA-4E34-A0C6-A2780E69889D}" srcOrd="0" destOrd="0" presId="urn:microsoft.com/office/officeart/2005/8/layout/orgChart1"/>
    <dgm:cxn modelId="{C3FFB8EA-D9F8-49BA-A417-4DE9C6C947B6}" type="presParOf" srcId="{3A90BA6A-0DA1-425A-A8C1-30BDDF725EB3}" destId="{24103CC5-5E9E-4325-9509-BD4E4140317A}" srcOrd="1" destOrd="0" presId="urn:microsoft.com/office/officeart/2005/8/layout/orgChart1"/>
    <dgm:cxn modelId="{A5A8071A-DC82-4BE1-972D-4AC0BA5149E5}" type="presParOf" srcId="{9300AC77-661A-4427-8428-53D41A093E91}" destId="{5682BDCA-A39F-4E3F-B7D8-15A5BA92CD9B}" srcOrd="1" destOrd="0" presId="urn:microsoft.com/office/officeart/2005/8/layout/orgChart1"/>
    <dgm:cxn modelId="{B54DD1D3-76A7-44AD-B576-483C4E890FD0}" type="presParOf" srcId="{9300AC77-661A-4427-8428-53D41A093E91}" destId="{3423003F-3E3A-4C07-B551-A64F5DABBDC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03AF617-6F11-4D26-981B-DC8648DD715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C6814C33-8955-4880-8E19-F3FEEE4E71EF}">
      <dgm:prSet phldrT="[Text]" custT="1"/>
      <dgm:spPr>
        <a:solidFill>
          <a:schemeClr val="accent5">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sz="700" dirty="0"/>
            <a:t>“CTO”</a:t>
          </a:r>
        </a:p>
      </dgm:t>
    </dgm:pt>
    <dgm:pt modelId="{6878857C-5EC5-44D1-9C7E-E563E633770F}" type="parTrans" cxnId="{389883C3-ADCB-4A66-AE64-7FDE8FCDE339}">
      <dgm:prSet/>
      <dgm:spPr/>
      <dgm:t>
        <a:bodyPr/>
        <a:lstStyle/>
        <a:p>
          <a:endParaRPr lang="en-US" sz="700"/>
        </a:p>
      </dgm:t>
    </dgm:pt>
    <dgm:pt modelId="{0E4A8D6A-36E7-41A8-9171-0E6789D971AB}" type="sibTrans" cxnId="{389883C3-ADCB-4A66-AE64-7FDE8FCDE339}">
      <dgm:prSet/>
      <dgm:spPr/>
      <dgm:t>
        <a:bodyPr/>
        <a:lstStyle/>
        <a:p>
          <a:endParaRPr lang="en-US" sz="700"/>
        </a:p>
      </dgm:t>
    </dgm:pt>
    <dgm:pt modelId="{37451F65-2F9B-45AF-9FE6-C0DA319C7043}" type="asst">
      <dgm:prSet phldrT="[Text]" custT="1"/>
      <dgm:spPr>
        <a:solidFill>
          <a:schemeClr val="accent5">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sz="700" dirty="0"/>
            <a:t>Deputy CTO</a:t>
          </a:r>
        </a:p>
      </dgm:t>
    </dgm:pt>
    <dgm:pt modelId="{729257DA-4481-425D-A548-56A26F736C3D}" type="parTrans" cxnId="{EF0F4833-A059-4397-9FC4-49BFBF9986F1}">
      <dgm:prSet/>
      <dgm:spPr/>
      <dgm:t>
        <a:bodyPr/>
        <a:lstStyle/>
        <a:p>
          <a:endParaRPr lang="en-US" sz="700"/>
        </a:p>
      </dgm:t>
    </dgm:pt>
    <dgm:pt modelId="{2F178D00-D21B-4E23-AC2E-C1864436A6B0}" type="sibTrans" cxnId="{EF0F4833-A059-4397-9FC4-49BFBF9986F1}">
      <dgm:prSet/>
      <dgm:spPr/>
      <dgm:t>
        <a:bodyPr/>
        <a:lstStyle/>
        <a:p>
          <a:endParaRPr lang="en-US" sz="700"/>
        </a:p>
      </dgm:t>
    </dgm:pt>
    <dgm:pt modelId="{5A40E443-C7C0-4D92-8A70-9019F2CAB6E8}">
      <dgm:prSet phldrT="[Text]" custT="1"/>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sz="700" dirty="0"/>
            <a:t>IT</a:t>
          </a:r>
        </a:p>
      </dgm:t>
    </dgm:pt>
    <dgm:pt modelId="{8F67A094-A107-4935-A6E7-8B2CEDDA9931}" type="parTrans" cxnId="{8D2FD29E-0787-4F4D-8982-12F76B39667B}">
      <dgm:prSet/>
      <dgm:spPr/>
      <dgm:t>
        <a:bodyPr/>
        <a:lstStyle/>
        <a:p>
          <a:endParaRPr lang="en-US" sz="700"/>
        </a:p>
      </dgm:t>
    </dgm:pt>
    <dgm:pt modelId="{03D06833-3FBF-4C52-8CF4-64B2F05C4D40}" type="sibTrans" cxnId="{8D2FD29E-0787-4F4D-8982-12F76B39667B}">
      <dgm:prSet/>
      <dgm:spPr/>
      <dgm:t>
        <a:bodyPr/>
        <a:lstStyle/>
        <a:p>
          <a:endParaRPr lang="en-US" sz="700"/>
        </a:p>
      </dgm:t>
    </dgm:pt>
    <dgm:pt modelId="{7AE86B23-846A-437C-A944-3ACCCFADD6EE}">
      <dgm:prSet custT="1"/>
      <dgm:spPr>
        <a:solidFill>
          <a:schemeClr val="accent5">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buFont typeface="+mj-lt"/>
            <a:buAutoNum type="alphaLcPeriod"/>
          </a:pPr>
          <a:r>
            <a:rPr lang="en-US" sz="700" dirty="0"/>
            <a:t>Product </a:t>
          </a:r>
          <a:br>
            <a:rPr lang="en-US" sz="700" dirty="0"/>
          </a:br>
          <a:r>
            <a:rPr lang="en-US" sz="700" dirty="0"/>
            <a:t>Management</a:t>
          </a:r>
        </a:p>
      </dgm:t>
    </dgm:pt>
    <dgm:pt modelId="{2B519B5E-E496-445C-832B-B853FF008CBC}" type="parTrans" cxnId="{509774FC-C361-4C07-B369-322AEB2501B6}">
      <dgm:prSet/>
      <dgm:spPr/>
      <dgm:t>
        <a:bodyPr/>
        <a:lstStyle/>
        <a:p>
          <a:endParaRPr lang="en-US" sz="700"/>
        </a:p>
      </dgm:t>
    </dgm:pt>
    <dgm:pt modelId="{74F6156A-8226-44BC-AFC4-B57E71584F12}" type="sibTrans" cxnId="{509774FC-C361-4C07-B369-322AEB2501B6}">
      <dgm:prSet/>
      <dgm:spPr/>
      <dgm:t>
        <a:bodyPr/>
        <a:lstStyle/>
        <a:p>
          <a:endParaRPr lang="en-US" sz="700"/>
        </a:p>
      </dgm:t>
    </dgm:pt>
    <dgm:pt modelId="{0EBA61D8-AB50-4C8C-BFDA-5E7EE47FDCB9}">
      <dgm:prSet custT="1"/>
      <dgm:spPr>
        <a:solidFill>
          <a:schemeClr val="accent5">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sz="700"/>
            <a:t>Field </a:t>
          </a:r>
          <a:r>
            <a:rPr lang="en-US" sz="700" dirty="0"/>
            <a:t>Support</a:t>
          </a:r>
        </a:p>
      </dgm:t>
    </dgm:pt>
    <dgm:pt modelId="{1A994F0A-A6BE-400A-9131-B2E7FCDD429D}" type="parTrans" cxnId="{8E8C5F19-86BD-4477-9E90-874731A8EDA9}">
      <dgm:prSet/>
      <dgm:spPr/>
      <dgm:t>
        <a:bodyPr/>
        <a:lstStyle/>
        <a:p>
          <a:endParaRPr lang="en-US" sz="700"/>
        </a:p>
      </dgm:t>
    </dgm:pt>
    <dgm:pt modelId="{BD9F05A7-ADBE-4DC8-9C09-D52B4F7EC4AD}" type="sibTrans" cxnId="{8E8C5F19-86BD-4477-9E90-874731A8EDA9}">
      <dgm:prSet/>
      <dgm:spPr/>
      <dgm:t>
        <a:bodyPr/>
        <a:lstStyle/>
        <a:p>
          <a:endParaRPr lang="en-US" sz="700"/>
        </a:p>
      </dgm:t>
    </dgm:pt>
    <dgm:pt modelId="{1AFD94F9-AF1C-43F6-BA4C-C169B65D78BF}" type="pres">
      <dgm:prSet presAssocID="{A03AF617-6F11-4D26-981B-DC8648DD7156}" presName="hierChild1" presStyleCnt="0">
        <dgm:presLayoutVars>
          <dgm:orgChart val="1"/>
          <dgm:chPref val="1"/>
          <dgm:dir/>
          <dgm:animOne val="branch"/>
          <dgm:animLvl val="lvl"/>
          <dgm:resizeHandles/>
        </dgm:presLayoutVars>
      </dgm:prSet>
      <dgm:spPr/>
      <dgm:t>
        <a:bodyPr/>
        <a:lstStyle/>
        <a:p>
          <a:endParaRPr lang="en-US"/>
        </a:p>
      </dgm:t>
    </dgm:pt>
    <dgm:pt modelId="{872E1B28-1276-4881-BA43-28793E42857E}" type="pres">
      <dgm:prSet presAssocID="{C6814C33-8955-4880-8E19-F3FEEE4E71EF}" presName="hierRoot1" presStyleCnt="0">
        <dgm:presLayoutVars>
          <dgm:hierBranch val="init"/>
        </dgm:presLayoutVars>
      </dgm:prSet>
      <dgm:spPr/>
    </dgm:pt>
    <dgm:pt modelId="{97AC8A46-C336-450D-B2D8-C94155A55667}" type="pres">
      <dgm:prSet presAssocID="{C6814C33-8955-4880-8E19-F3FEEE4E71EF}" presName="rootComposite1" presStyleCnt="0"/>
      <dgm:spPr/>
    </dgm:pt>
    <dgm:pt modelId="{AE2812BD-0E60-4C0C-9F92-41064E158913}" type="pres">
      <dgm:prSet presAssocID="{C6814C33-8955-4880-8E19-F3FEEE4E71EF}" presName="rootText1" presStyleLbl="node0" presStyleIdx="0" presStyleCnt="1">
        <dgm:presLayoutVars>
          <dgm:chPref val="3"/>
        </dgm:presLayoutVars>
      </dgm:prSet>
      <dgm:spPr/>
      <dgm:t>
        <a:bodyPr/>
        <a:lstStyle/>
        <a:p>
          <a:endParaRPr lang="en-US"/>
        </a:p>
      </dgm:t>
    </dgm:pt>
    <dgm:pt modelId="{7C100102-DED9-43D0-B71A-C85DDCD5FF69}" type="pres">
      <dgm:prSet presAssocID="{C6814C33-8955-4880-8E19-F3FEEE4E71EF}" presName="rootConnector1" presStyleLbl="node1" presStyleIdx="0" presStyleCnt="0"/>
      <dgm:spPr/>
      <dgm:t>
        <a:bodyPr/>
        <a:lstStyle/>
        <a:p>
          <a:endParaRPr lang="en-US"/>
        </a:p>
      </dgm:t>
    </dgm:pt>
    <dgm:pt modelId="{A8031BF4-384C-40C1-9357-10F83AD7FCC5}" type="pres">
      <dgm:prSet presAssocID="{C6814C33-8955-4880-8E19-F3FEEE4E71EF}" presName="hierChild2" presStyleCnt="0"/>
      <dgm:spPr/>
    </dgm:pt>
    <dgm:pt modelId="{AE181AD7-BBB7-4546-A400-199AA3F37277}" type="pres">
      <dgm:prSet presAssocID="{8F67A094-A107-4935-A6E7-8B2CEDDA9931}" presName="Name37" presStyleLbl="parChTrans1D2" presStyleIdx="0" presStyleCnt="4"/>
      <dgm:spPr/>
      <dgm:t>
        <a:bodyPr/>
        <a:lstStyle/>
        <a:p>
          <a:endParaRPr lang="en-US"/>
        </a:p>
      </dgm:t>
    </dgm:pt>
    <dgm:pt modelId="{42E0563E-0E8D-4B92-B534-DFAFEB2525E7}" type="pres">
      <dgm:prSet presAssocID="{5A40E443-C7C0-4D92-8A70-9019F2CAB6E8}" presName="hierRoot2" presStyleCnt="0">
        <dgm:presLayoutVars>
          <dgm:hierBranch val="init"/>
        </dgm:presLayoutVars>
      </dgm:prSet>
      <dgm:spPr/>
    </dgm:pt>
    <dgm:pt modelId="{CBF41092-6D80-4C80-9307-C1608ACB71B4}" type="pres">
      <dgm:prSet presAssocID="{5A40E443-C7C0-4D92-8A70-9019F2CAB6E8}" presName="rootComposite" presStyleCnt="0"/>
      <dgm:spPr/>
    </dgm:pt>
    <dgm:pt modelId="{4FCCD477-00EF-4653-A9A1-764D2B973A2A}" type="pres">
      <dgm:prSet presAssocID="{5A40E443-C7C0-4D92-8A70-9019F2CAB6E8}" presName="rootText" presStyleLbl="node2" presStyleIdx="0" presStyleCnt="3">
        <dgm:presLayoutVars>
          <dgm:chPref val="3"/>
        </dgm:presLayoutVars>
      </dgm:prSet>
      <dgm:spPr/>
      <dgm:t>
        <a:bodyPr/>
        <a:lstStyle/>
        <a:p>
          <a:endParaRPr lang="en-US"/>
        </a:p>
      </dgm:t>
    </dgm:pt>
    <dgm:pt modelId="{58A883B6-58BE-4040-BE89-736366E3C60D}" type="pres">
      <dgm:prSet presAssocID="{5A40E443-C7C0-4D92-8A70-9019F2CAB6E8}" presName="rootConnector" presStyleLbl="node2" presStyleIdx="0" presStyleCnt="3"/>
      <dgm:spPr/>
      <dgm:t>
        <a:bodyPr/>
        <a:lstStyle/>
        <a:p>
          <a:endParaRPr lang="en-US"/>
        </a:p>
      </dgm:t>
    </dgm:pt>
    <dgm:pt modelId="{065CB90E-6EFB-402C-B2E5-5D2C3E29A2E7}" type="pres">
      <dgm:prSet presAssocID="{5A40E443-C7C0-4D92-8A70-9019F2CAB6E8}" presName="hierChild4" presStyleCnt="0"/>
      <dgm:spPr/>
    </dgm:pt>
    <dgm:pt modelId="{455D684F-8923-4BE0-A7DD-C73EFE85985A}" type="pres">
      <dgm:prSet presAssocID="{5A40E443-C7C0-4D92-8A70-9019F2CAB6E8}" presName="hierChild5" presStyleCnt="0"/>
      <dgm:spPr/>
    </dgm:pt>
    <dgm:pt modelId="{50C30AF6-B81C-4288-BB65-0261022B4804}" type="pres">
      <dgm:prSet presAssocID="{2B519B5E-E496-445C-832B-B853FF008CBC}" presName="Name37" presStyleLbl="parChTrans1D2" presStyleIdx="1" presStyleCnt="4"/>
      <dgm:spPr/>
      <dgm:t>
        <a:bodyPr/>
        <a:lstStyle/>
        <a:p>
          <a:endParaRPr lang="en-US"/>
        </a:p>
      </dgm:t>
    </dgm:pt>
    <dgm:pt modelId="{7E29B62A-A3FB-46D3-B6F2-330755FA9874}" type="pres">
      <dgm:prSet presAssocID="{7AE86B23-846A-437C-A944-3ACCCFADD6EE}" presName="hierRoot2" presStyleCnt="0">
        <dgm:presLayoutVars>
          <dgm:hierBranch val="init"/>
        </dgm:presLayoutVars>
      </dgm:prSet>
      <dgm:spPr/>
    </dgm:pt>
    <dgm:pt modelId="{F5CDF9DB-B4F1-458A-9E41-199263F2C7F6}" type="pres">
      <dgm:prSet presAssocID="{7AE86B23-846A-437C-A944-3ACCCFADD6EE}" presName="rootComposite" presStyleCnt="0"/>
      <dgm:spPr/>
    </dgm:pt>
    <dgm:pt modelId="{83F9B8C6-5598-4A71-B93B-2180FE773A0C}" type="pres">
      <dgm:prSet presAssocID="{7AE86B23-846A-437C-A944-3ACCCFADD6EE}" presName="rootText" presStyleLbl="node2" presStyleIdx="1" presStyleCnt="3">
        <dgm:presLayoutVars>
          <dgm:chPref val="3"/>
        </dgm:presLayoutVars>
      </dgm:prSet>
      <dgm:spPr/>
      <dgm:t>
        <a:bodyPr/>
        <a:lstStyle/>
        <a:p>
          <a:endParaRPr lang="en-US"/>
        </a:p>
      </dgm:t>
    </dgm:pt>
    <dgm:pt modelId="{F7EEA5CF-6382-44DC-8BF3-A442ED492611}" type="pres">
      <dgm:prSet presAssocID="{7AE86B23-846A-437C-A944-3ACCCFADD6EE}" presName="rootConnector" presStyleLbl="node2" presStyleIdx="1" presStyleCnt="3"/>
      <dgm:spPr/>
      <dgm:t>
        <a:bodyPr/>
        <a:lstStyle/>
        <a:p>
          <a:endParaRPr lang="en-US"/>
        </a:p>
      </dgm:t>
    </dgm:pt>
    <dgm:pt modelId="{5365DFD4-071B-4E56-8DB8-9FC2B8E10DFF}" type="pres">
      <dgm:prSet presAssocID="{7AE86B23-846A-437C-A944-3ACCCFADD6EE}" presName="hierChild4" presStyleCnt="0"/>
      <dgm:spPr/>
    </dgm:pt>
    <dgm:pt modelId="{01C5EA28-8557-4428-9D8A-F2F665BBE2E0}" type="pres">
      <dgm:prSet presAssocID="{7AE86B23-846A-437C-A944-3ACCCFADD6EE}" presName="hierChild5" presStyleCnt="0"/>
      <dgm:spPr/>
    </dgm:pt>
    <dgm:pt modelId="{BCFC46AA-A200-437F-85BD-18150829FBC4}" type="pres">
      <dgm:prSet presAssocID="{1A994F0A-A6BE-400A-9131-B2E7FCDD429D}" presName="Name37" presStyleLbl="parChTrans1D2" presStyleIdx="2" presStyleCnt="4"/>
      <dgm:spPr/>
      <dgm:t>
        <a:bodyPr/>
        <a:lstStyle/>
        <a:p>
          <a:endParaRPr lang="en-US"/>
        </a:p>
      </dgm:t>
    </dgm:pt>
    <dgm:pt modelId="{E5E6AC2E-568C-4B97-93F8-DE4881AEA3EC}" type="pres">
      <dgm:prSet presAssocID="{0EBA61D8-AB50-4C8C-BFDA-5E7EE47FDCB9}" presName="hierRoot2" presStyleCnt="0">
        <dgm:presLayoutVars>
          <dgm:hierBranch val="init"/>
        </dgm:presLayoutVars>
      </dgm:prSet>
      <dgm:spPr/>
    </dgm:pt>
    <dgm:pt modelId="{D056FD07-6B39-40F7-8157-8A4E40E71BE7}" type="pres">
      <dgm:prSet presAssocID="{0EBA61D8-AB50-4C8C-BFDA-5E7EE47FDCB9}" presName="rootComposite" presStyleCnt="0"/>
      <dgm:spPr/>
    </dgm:pt>
    <dgm:pt modelId="{B8B5EA46-5A89-4445-94AA-870576DF2BE5}" type="pres">
      <dgm:prSet presAssocID="{0EBA61D8-AB50-4C8C-BFDA-5E7EE47FDCB9}" presName="rootText" presStyleLbl="node2" presStyleIdx="2" presStyleCnt="3">
        <dgm:presLayoutVars>
          <dgm:chPref val="3"/>
        </dgm:presLayoutVars>
      </dgm:prSet>
      <dgm:spPr/>
      <dgm:t>
        <a:bodyPr/>
        <a:lstStyle/>
        <a:p>
          <a:endParaRPr lang="en-US"/>
        </a:p>
      </dgm:t>
    </dgm:pt>
    <dgm:pt modelId="{FCAD5005-295D-4A9C-81BC-BFC2265DBDAC}" type="pres">
      <dgm:prSet presAssocID="{0EBA61D8-AB50-4C8C-BFDA-5E7EE47FDCB9}" presName="rootConnector" presStyleLbl="node2" presStyleIdx="2" presStyleCnt="3"/>
      <dgm:spPr/>
      <dgm:t>
        <a:bodyPr/>
        <a:lstStyle/>
        <a:p>
          <a:endParaRPr lang="en-US"/>
        </a:p>
      </dgm:t>
    </dgm:pt>
    <dgm:pt modelId="{F9DD7DDD-5DA1-4759-8BAE-91E157E41032}" type="pres">
      <dgm:prSet presAssocID="{0EBA61D8-AB50-4C8C-BFDA-5E7EE47FDCB9}" presName="hierChild4" presStyleCnt="0"/>
      <dgm:spPr/>
    </dgm:pt>
    <dgm:pt modelId="{A75163D5-7F09-4E9D-BC5C-A7D576360A89}" type="pres">
      <dgm:prSet presAssocID="{0EBA61D8-AB50-4C8C-BFDA-5E7EE47FDCB9}" presName="hierChild5" presStyleCnt="0"/>
      <dgm:spPr/>
    </dgm:pt>
    <dgm:pt modelId="{91E1F3A3-8FED-42D6-B209-BD95BF5A87AD}" type="pres">
      <dgm:prSet presAssocID="{C6814C33-8955-4880-8E19-F3FEEE4E71EF}" presName="hierChild3" presStyleCnt="0"/>
      <dgm:spPr/>
    </dgm:pt>
    <dgm:pt modelId="{00CA85F7-5FB0-4DCF-A630-522466AD3D89}" type="pres">
      <dgm:prSet presAssocID="{729257DA-4481-425D-A548-56A26F736C3D}" presName="Name111" presStyleLbl="parChTrans1D2" presStyleIdx="3" presStyleCnt="4"/>
      <dgm:spPr/>
      <dgm:t>
        <a:bodyPr/>
        <a:lstStyle/>
        <a:p>
          <a:endParaRPr lang="en-US"/>
        </a:p>
      </dgm:t>
    </dgm:pt>
    <dgm:pt modelId="{9300AC77-661A-4427-8428-53D41A093E91}" type="pres">
      <dgm:prSet presAssocID="{37451F65-2F9B-45AF-9FE6-C0DA319C7043}" presName="hierRoot3" presStyleCnt="0">
        <dgm:presLayoutVars>
          <dgm:hierBranch val="init"/>
        </dgm:presLayoutVars>
      </dgm:prSet>
      <dgm:spPr/>
    </dgm:pt>
    <dgm:pt modelId="{3A90BA6A-0DA1-425A-A8C1-30BDDF725EB3}" type="pres">
      <dgm:prSet presAssocID="{37451F65-2F9B-45AF-9FE6-C0DA319C7043}" presName="rootComposite3" presStyleCnt="0"/>
      <dgm:spPr/>
    </dgm:pt>
    <dgm:pt modelId="{9F039A72-1BAA-4E34-A0C6-A2780E69889D}" type="pres">
      <dgm:prSet presAssocID="{37451F65-2F9B-45AF-9FE6-C0DA319C7043}" presName="rootText3" presStyleLbl="asst1" presStyleIdx="0" presStyleCnt="1" custLinFactX="29827" custLinFactNeighborX="100000">
        <dgm:presLayoutVars>
          <dgm:chPref val="3"/>
        </dgm:presLayoutVars>
      </dgm:prSet>
      <dgm:spPr/>
      <dgm:t>
        <a:bodyPr/>
        <a:lstStyle/>
        <a:p>
          <a:endParaRPr lang="en-US"/>
        </a:p>
      </dgm:t>
    </dgm:pt>
    <dgm:pt modelId="{24103CC5-5E9E-4325-9509-BD4E4140317A}" type="pres">
      <dgm:prSet presAssocID="{37451F65-2F9B-45AF-9FE6-C0DA319C7043}" presName="rootConnector3" presStyleLbl="asst1" presStyleIdx="0" presStyleCnt="1"/>
      <dgm:spPr/>
      <dgm:t>
        <a:bodyPr/>
        <a:lstStyle/>
        <a:p>
          <a:endParaRPr lang="en-US"/>
        </a:p>
      </dgm:t>
    </dgm:pt>
    <dgm:pt modelId="{5682BDCA-A39F-4E3F-B7D8-15A5BA92CD9B}" type="pres">
      <dgm:prSet presAssocID="{37451F65-2F9B-45AF-9FE6-C0DA319C7043}" presName="hierChild6" presStyleCnt="0"/>
      <dgm:spPr/>
    </dgm:pt>
    <dgm:pt modelId="{3423003F-3E3A-4C07-B551-A64F5DABBDC3}" type="pres">
      <dgm:prSet presAssocID="{37451F65-2F9B-45AF-9FE6-C0DA319C7043}" presName="hierChild7" presStyleCnt="0"/>
      <dgm:spPr/>
    </dgm:pt>
  </dgm:ptLst>
  <dgm:cxnLst>
    <dgm:cxn modelId="{2604F5B1-B0CC-4DD1-A173-B1BA443257DF}" type="presOf" srcId="{0EBA61D8-AB50-4C8C-BFDA-5E7EE47FDCB9}" destId="{FCAD5005-295D-4A9C-81BC-BFC2265DBDAC}" srcOrd="1" destOrd="0" presId="urn:microsoft.com/office/officeart/2005/8/layout/orgChart1"/>
    <dgm:cxn modelId="{89EA70B0-CBE2-49DC-9AD7-9126278255AA}" type="presOf" srcId="{C6814C33-8955-4880-8E19-F3FEEE4E71EF}" destId="{AE2812BD-0E60-4C0C-9F92-41064E158913}" srcOrd="0" destOrd="0" presId="urn:microsoft.com/office/officeart/2005/8/layout/orgChart1"/>
    <dgm:cxn modelId="{EF0F4833-A059-4397-9FC4-49BFBF9986F1}" srcId="{C6814C33-8955-4880-8E19-F3FEEE4E71EF}" destId="{37451F65-2F9B-45AF-9FE6-C0DA319C7043}" srcOrd="0" destOrd="0" parTransId="{729257DA-4481-425D-A548-56A26F736C3D}" sibTransId="{2F178D00-D21B-4E23-AC2E-C1864436A6B0}"/>
    <dgm:cxn modelId="{70D07E2D-9DCF-4540-9934-16C588409274}" type="presOf" srcId="{5A40E443-C7C0-4D92-8A70-9019F2CAB6E8}" destId="{4FCCD477-00EF-4653-A9A1-764D2B973A2A}" srcOrd="0" destOrd="0" presId="urn:microsoft.com/office/officeart/2005/8/layout/orgChart1"/>
    <dgm:cxn modelId="{389883C3-ADCB-4A66-AE64-7FDE8FCDE339}" srcId="{A03AF617-6F11-4D26-981B-DC8648DD7156}" destId="{C6814C33-8955-4880-8E19-F3FEEE4E71EF}" srcOrd="0" destOrd="0" parTransId="{6878857C-5EC5-44D1-9C7E-E563E633770F}" sibTransId="{0E4A8D6A-36E7-41A8-9171-0E6789D971AB}"/>
    <dgm:cxn modelId="{7C75A240-37D7-4708-9F99-2ABF0A455A35}" type="presOf" srcId="{37451F65-2F9B-45AF-9FE6-C0DA319C7043}" destId="{24103CC5-5E9E-4325-9509-BD4E4140317A}" srcOrd="1" destOrd="0" presId="urn:microsoft.com/office/officeart/2005/8/layout/orgChart1"/>
    <dgm:cxn modelId="{B4FC0A74-951C-46E7-8C33-43518825D3EB}" type="presOf" srcId="{8F67A094-A107-4935-A6E7-8B2CEDDA9931}" destId="{AE181AD7-BBB7-4546-A400-199AA3F37277}" srcOrd="0" destOrd="0" presId="urn:microsoft.com/office/officeart/2005/8/layout/orgChart1"/>
    <dgm:cxn modelId="{0E195AAF-6424-4365-BD7E-2BDCA6FCFAEC}" type="presOf" srcId="{1A994F0A-A6BE-400A-9131-B2E7FCDD429D}" destId="{BCFC46AA-A200-437F-85BD-18150829FBC4}" srcOrd="0" destOrd="0" presId="urn:microsoft.com/office/officeart/2005/8/layout/orgChart1"/>
    <dgm:cxn modelId="{6D14C2DF-7078-42BE-A5A7-E74447881187}" type="presOf" srcId="{5A40E443-C7C0-4D92-8A70-9019F2CAB6E8}" destId="{58A883B6-58BE-4040-BE89-736366E3C60D}" srcOrd="1" destOrd="0" presId="urn:microsoft.com/office/officeart/2005/8/layout/orgChart1"/>
    <dgm:cxn modelId="{509774FC-C361-4C07-B369-322AEB2501B6}" srcId="{C6814C33-8955-4880-8E19-F3FEEE4E71EF}" destId="{7AE86B23-846A-437C-A944-3ACCCFADD6EE}" srcOrd="2" destOrd="0" parTransId="{2B519B5E-E496-445C-832B-B853FF008CBC}" sibTransId="{74F6156A-8226-44BC-AFC4-B57E71584F12}"/>
    <dgm:cxn modelId="{8059EE93-114B-4A6C-804A-82E17834B72A}" type="presOf" srcId="{7AE86B23-846A-437C-A944-3ACCCFADD6EE}" destId="{83F9B8C6-5598-4A71-B93B-2180FE773A0C}" srcOrd="0" destOrd="0" presId="urn:microsoft.com/office/officeart/2005/8/layout/orgChart1"/>
    <dgm:cxn modelId="{8D2FD29E-0787-4F4D-8982-12F76B39667B}" srcId="{C6814C33-8955-4880-8E19-F3FEEE4E71EF}" destId="{5A40E443-C7C0-4D92-8A70-9019F2CAB6E8}" srcOrd="1" destOrd="0" parTransId="{8F67A094-A107-4935-A6E7-8B2CEDDA9931}" sibTransId="{03D06833-3FBF-4C52-8CF4-64B2F05C4D40}"/>
    <dgm:cxn modelId="{114EFAD4-0AE8-44F3-B619-B637F879F4C2}" type="presOf" srcId="{A03AF617-6F11-4D26-981B-DC8648DD7156}" destId="{1AFD94F9-AF1C-43F6-BA4C-C169B65D78BF}" srcOrd="0" destOrd="0" presId="urn:microsoft.com/office/officeart/2005/8/layout/orgChart1"/>
    <dgm:cxn modelId="{9B5F105E-4724-4285-9B21-B52FEBF1DF63}" type="presOf" srcId="{2B519B5E-E496-445C-832B-B853FF008CBC}" destId="{50C30AF6-B81C-4288-BB65-0261022B4804}" srcOrd="0" destOrd="0" presId="urn:microsoft.com/office/officeart/2005/8/layout/orgChart1"/>
    <dgm:cxn modelId="{BEF85409-06B7-4203-8CB8-23D1F86732A4}" type="presOf" srcId="{729257DA-4481-425D-A548-56A26F736C3D}" destId="{00CA85F7-5FB0-4DCF-A630-522466AD3D89}" srcOrd="0" destOrd="0" presId="urn:microsoft.com/office/officeart/2005/8/layout/orgChart1"/>
    <dgm:cxn modelId="{10035973-34B8-46E6-9C46-BA2BB7CA60B1}" type="presOf" srcId="{0EBA61D8-AB50-4C8C-BFDA-5E7EE47FDCB9}" destId="{B8B5EA46-5A89-4445-94AA-870576DF2BE5}" srcOrd="0" destOrd="0" presId="urn:microsoft.com/office/officeart/2005/8/layout/orgChart1"/>
    <dgm:cxn modelId="{4DAE66C0-B69B-4DB8-A0E3-F0836703681B}" type="presOf" srcId="{37451F65-2F9B-45AF-9FE6-C0DA319C7043}" destId="{9F039A72-1BAA-4E34-A0C6-A2780E69889D}" srcOrd="0" destOrd="0" presId="urn:microsoft.com/office/officeart/2005/8/layout/orgChart1"/>
    <dgm:cxn modelId="{37C4D028-7263-4A19-9415-4F756F6AD4E0}" type="presOf" srcId="{C6814C33-8955-4880-8E19-F3FEEE4E71EF}" destId="{7C100102-DED9-43D0-B71A-C85DDCD5FF69}" srcOrd="1" destOrd="0" presId="urn:microsoft.com/office/officeart/2005/8/layout/orgChart1"/>
    <dgm:cxn modelId="{8E8C5F19-86BD-4477-9E90-874731A8EDA9}" srcId="{C6814C33-8955-4880-8E19-F3FEEE4E71EF}" destId="{0EBA61D8-AB50-4C8C-BFDA-5E7EE47FDCB9}" srcOrd="3" destOrd="0" parTransId="{1A994F0A-A6BE-400A-9131-B2E7FCDD429D}" sibTransId="{BD9F05A7-ADBE-4DC8-9C09-D52B4F7EC4AD}"/>
    <dgm:cxn modelId="{40C9A053-DC67-4239-AD24-59207DF1A728}" type="presOf" srcId="{7AE86B23-846A-437C-A944-3ACCCFADD6EE}" destId="{F7EEA5CF-6382-44DC-8BF3-A442ED492611}" srcOrd="1" destOrd="0" presId="urn:microsoft.com/office/officeart/2005/8/layout/orgChart1"/>
    <dgm:cxn modelId="{93F8D004-C71E-4737-BC0E-018EE9A21689}" type="presParOf" srcId="{1AFD94F9-AF1C-43F6-BA4C-C169B65D78BF}" destId="{872E1B28-1276-4881-BA43-28793E42857E}" srcOrd="0" destOrd="0" presId="urn:microsoft.com/office/officeart/2005/8/layout/orgChart1"/>
    <dgm:cxn modelId="{6049BEF5-77E4-4B8C-9EBF-D214D6C74B11}" type="presParOf" srcId="{872E1B28-1276-4881-BA43-28793E42857E}" destId="{97AC8A46-C336-450D-B2D8-C94155A55667}" srcOrd="0" destOrd="0" presId="urn:microsoft.com/office/officeart/2005/8/layout/orgChart1"/>
    <dgm:cxn modelId="{FB813773-2CCC-4169-BB33-FB3B4F45F3E8}" type="presParOf" srcId="{97AC8A46-C336-450D-B2D8-C94155A55667}" destId="{AE2812BD-0E60-4C0C-9F92-41064E158913}" srcOrd="0" destOrd="0" presId="urn:microsoft.com/office/officeart/2005/8/layout/orgChart1"/>
    <dgm:cxn modelId="{E3FE835C-7613-4EBF-B252-BD498A491E8F}" type="presParOf" srcId="{97AC8A46-C336-450D-B2D8-C94155A55667}" destId="{7C100102-DED9-43D0-B71A-C85DDCD5FF69}" srcOrd="1" destOrd="0" presId="urn:microsoft.com/office/officeart/2005/8/layout/orgChart1"/>
    <dgm:cxn modelId="{AC187496-2A62-4DA1-B3FB-90F8F569987B}" type="presParOf" srcId="{872E1B28-1276-4881-BA43-28793E42857E}" destId="{A8031BF4-384C-40C1-9357-10F83AD7FCC5}" srcOrd="1" destOrd="0" presId="urn:microsoft.com/office/officeart/2005/8/layout/orgChart1"/>
    <dgm:cxn modelId="{A1B516D5-CA55-4279-9248-8A3BE3A9D6B2}" type="presParOf" srcId="{A8031BF4-384C-40C1-9357-10F83AD7FCC5}" destId="{AE181AD7-BBB7-4546-A400-199AA3F37277}" srcOrd="0" destOrd="0" presId="urn:microsoft.com/office/officeart/2005/8/layout/orgChart1"/>
    <dgm:cxn modelId="{C99F7A16-8797-444F-B2A7-E71C2C03F094}" type="presParOf" srcId="{A8031BF4-384C-40C1-9357-10F83AD7FCC5}" destId="{42E0563E-0E8D-4B92-B534-DFAFEB2525E7}" srcOrd="1" destOrd="0" presId="urn:microsoft.com/office/officeart/2005/8/layout/orgChart1"/>
    <dgm:cxn modelId="{07E2D702-6755-4B6F-8C2C-691FAC176A71}" type="presParOf" srcId="{42E0563E-0E8D-4B92-B534-DFAFEB2525E7}" destId="{CBF41092-6D80-4C80-9307-C1608ACB71B4}" srcOrd="0" destOrd="0" presId="urn:microsoft.com/office/officeart/2005/8/layout/orgChart1"/>
    <dgm:cxn modelId="{633616C3-65A4-4FAB-9C95-2BFD80A27E72}" type="presParOf" srcId="{CBF41092-6D80-4C80-9307-C1608ACB71B4}" destId="{4FCCD477-00EF-4653-A9A1-764D2B973A2A}" srcOrd="0" destOrd="0" presId="urn:microsoft.com/office/officeart/2005/8/layout/orgChart1"/>
    <dgm:cxn modelId="{394BF7F5-3DD3-4959-AC4E-D19C5B54D91C}" type="presParOf" srcId="{CBF41092-6D80-4C80-9307-C1608ACB71B4}" destId="{58A883B6-58BE-4040-BE89-736366E3C60D}" srcOrd="1" destOrd="0" presId="urn:microsoft.com/office/officeart/2005/8/layout/orgChart1"/>
    <dgm:cxn modelId="{0501DD54-39E1-4357-99F6-F846A59D32B4}" type="presParOf" srcId="{42E0563E-0E8D-4B92-B534-DFAFEB2525E7}" destId="{065CB90E-6EFB-402C-B2E5-5D2C3E29A2E7}" srcOrd="1" destOrd="0" presId="urn:microsoft.com/office/officeart/2005/8/layout/orgChart1"/>
    <dgm:cxn modelId="{B6AE39C4-6B86-4230-9331-B1DA0543F761}" type="presParOf" srcId="{42E0563E-0E8D-4B92-B534-DFAFEB2525E7}" destId="{455D684F-8923-4BE0-A7DD-C73EFE85985A}" srcOrd="2" destOrd="0" presId="urn:microsoft.com/office/officeart/2005/8/layout/orgChart1"/>
    <dgm:cxn modelId="{C5B125FB-2734-42B7-93AC-E563786712FF}" type="presParOf" srcId="{A8031BF4-384C-40C1-9357-10F83AD7FCC5}" destId="{50C30AF6-B81C-4288-BB65-0261022B4804}" srcOrd="2" destOrd="0" presId="urn:microsoft.com/office/officeart/2005/8/layout/orgChart1"/>
    <dgm:cxn modelId="{52E68C06-4B3D-4BC4-8D8E-245B2979AA47}" type="presParOf" srcId="{A8031BF4-384C-40C1-9357-10F83AD7FCC5}" destId="{7E29B62A-A3FB-46D3-B6F2-330755FA9874}" srcOrd="3" destOrd="0" presId="urn:microsoft.com/office/officeart/2005/8/layout/orgChart1"/>
    <dgm:cxn modelId="{93267A47-8369-4F11-AC06-766F6320E305}" type="presParOf" srcId="{7E29B62A-A3FB-46D3-B6F2-330755FA9874}" destId="{F5CDF9DB-B4F1-458A-9E41-199263F2C7F6}" srcOrd="0" destOrd="0" presId="urn:microsoft.com/office/officeart/2005/8/layout/orgChart1"/>
    <dgm:cxn modelId="{C8F667AE-FF34-40DD-B122-6BBFEA17771F}" type="presParOf" srcId="{F5CDF9DB-B4F1-458A-9E41-199263F2C7F6}" destId="{83F9B8C6-5598-4A71-B93B-2180FE773A0C}" srcOrd="0" destOrd="0" presId="urn:microsoft.com/office/officeart/2005/8/layout/orgChart1"/>
    <dgm:cxn modelId="{EA2790E0-644F-41F6-895F-C6F065F01174}" type="presParOf" srcId="{F5CDF9DB-B4F1-458A-9E41-199263F2C7F6}" destId="{F7EEA5CF-6382-44DC-8BF3-A442ED492611}" srcOrd="1" destOrd="0" presId="urn:microsoft.com/office/officeart/2005/8/layout/orgChart1"/>
    <dgm:cxn modelId="{71747B8C-10D4-43A9-90E1-329310F57021}" type="presParOf" srcId="{7E29B62A-A3FB-46D3-B6F2-330755FA9874}" destId="{5365DFD4-071B-4E56-8DB8-9FC2B8E10DFF}" srcOrd="1" destOrd="0" presId="urn:microsoft.com/office/officeart/2005/8/layout/orgChart1"/>
    <dgm:cxn modelId="{1BB739AF-2012-49E7-B20D-FCE3B1A022FB}" type="presParOf" srcId="{7E29B62A-A3FB-46D3-B6F2-330755FA9874}" destId="{01C5EA28-8557-4428-9D8A-F2F665BBE2E0}" srcOrd="2" destOrd="0" presId="urn:microsoft.com/office/officeart/2005/8/layout/orgChart1"/>
    <dgm:cxn modelId="{CFDF0B73-46F6-45FF-AF20-6DA6638AD31C}" type="presParOf" srcId="{A8031BF4-384C-40C1-9357-10F83AD7FCC5}" destId="{BCFC46AA-A200-437F-85BD-18150829FBC4}" srcOrd="4" destOrd="0" presId="urn:microsoft.com/office/officeart/2005/8/layout/orgChart1"/>
    <dgm:cxn modelId="{C4474F1E-53AF-4B62-8E5C-4311A2AA4D05}" type="presParOf" srcId="{A8031BF4-384C-40C1-9357-10F83AD7FCC5}" destId="{E5E6AC2E-568C-4B97-93F8-DE4881AEA3EC}" srcOrd="5" destOrd="0" presId="urn:microsoft.com/office/officeart/2005/8/layout/orgChart1"/>
    <dgm:cxn modelId="{72843F5C-5D3E-409D-BFE6-73ADCD2ACDB5}" type="presParOf" srcId="{E5E6AC2E-568C-4B97-93F8-DE4881AEA3EC}" destId="{D056FD07-6B39-40F7-8157-8A4E40E71BE7}" srcOrd="0" destOrd="0" presId="urn:microsoft.com/office/officeart/2005/8/layout/orgChart1"/>
    <dgm:cxn modelId="{DF7ADFB4-14EB-41CB-9BBA-E49044473D46}" type="presParOf" srcId="{D056FD07-6B39-40F7-8157-8A4E40E71BE7}" destId="{B8B5EA46-5A89-4445-94AA-870576DF2BE5}" srcOrd="0" destOrd="0" presId="urn:microsoft.com/office/officeart/2005/8/layout/orgChart1"/>
    <dgm:cxn modelId="{B79988F4-C2C9-4867-8E15-777BE32FBEE0}" type="presParOf" srcId="{D056FD07-6B39-40F7-8157-8A4E40E71BE7}" destId="{FCAD5005-295D-4A9C-81BC-BFC2265DBDAC}" srcOrd="1" destOrd="0" presId="urn:microsoft.com/office/officeart/2005/8/layout/orgChart1"/>
    <dgm:cxn modelId="{0F766066-476C-4503-87FB-9A868F0B7BF2}" type="presParOf" srcId="{E5E6AC2E-568C-4B97-93F8-DE4881AEA3EC}" destId="{F9DD7DDD-5DA1-4759-8BAE-91E157E41032}" srcOrd="1" destOrd="0" presId="urn:microsoft.com/office/officeart/2005/8/layout/orgChart1"/>
    <dgm:cxn modelId="{100BA9C2-A4FC-406A-8B16-31186C8E24D0}" type="presParOf" srcId="{E5E6AC2E-568C-4B97-93F8-DE4881AEA3EC}" destId="{A75163D5-7F09-4E9D-BC5C-A7D576360A89}" srcOrd="2" destOrd="0" presId="urn:microsoft.com/office/officeart/2005/8/layout/orgChart1"/>
    <dgm:cxn modelId="{A79C03BC-1F69-4FF0-A591-4C3249EEFECB}" type="presParOf" srcId="{872E1B28-1276-4881-BA43-28793E42857E}" destId="{91E1F3A3-8FED-42D6-B209-BD95BF5A87AD}" srcOrd="2" destOrd="0" presId="urn:microsoft.com/office/officeart/2005/8/layout/orgChart1"/>
    <dgm:cxn modelId="{F7D181AE-F643-4AA5-97BC-4869806501BE}" type="presParOf" srcId="{91E1F3A3-8FED-42D6-B209-BD95BF5A87AD}" destId="{00CA85F7-5FB0-4DCF-A630-522466AD3D89}" srcOrd="0" destOrd="0" presId="urn:microsoft.com/office/officeart/2005/8/layout/orgChart1"/>
    <dgm:cxn modelId="{216C0507-FC7B-4413-BDFE-3F96D284CFA1}" type="presParOf" srcId="{91E1F3A3-8FED-42D6-B209-BD95BF5A87AD}" destId="{9300AC77-661A-4427-8428-53D41A093E91}" srcOrd="1" destOrd="0" presId="urn:microsoft.com/office/officeart/2005/8/layout/orgChart1"/>
    <dgm:cxn modelId="{F3ABC693-7071-4BC3-AFBD-8850569040E0}" type="presParOf" srcId="{9300AC77-661A-4427-8428-53D41A093E91}" destId="{3A90BA6A-0DA1-425A-A8C1-30BDDF725EB3}" srcOrd="0" destOrd="0" presId="urn:microsoft.com/office/officeart/2005/8/layout/orgChart1"/>
    <dgm:cxn modelId="{7E6C900E-08D3-4183-AFEB-85E30596CF78}" type="presParOf" srcId="{3A90BA6A-0DA1-425A-A8C1-30BDDF725EB3}" destId="{9F039A72-1BAA-4E34-A0C6-A2780E69889D}" srcOrd="0" destOrd="0" presId="urn:microsoft.com/office/officeart/2005/8/layout/orgChart1"/>
    <dgm:cxn modelId="{C3FFB8EA-D9F8-49BA-A417-4DE9C6C947B6}" type="presParOf" srcId="{3A90BA6A-0DA1-425A-A8C1-30BDDF725EB3}" destId="{24103CC5-5E9E-4325-9509-BD4E4140317A}" srcOrd="1" destOrd="0" presId="urn:microsoft.com/office/officeart/2005/8/layout/orgChart1"/>
    <dgm:cxn modelId="{A5A8071A-DC82-4BE1-972D-4AC0BA5149E5}" type="presParOf" srcId="{9300AC77-661A-4427-8428-53D41A093E91}" destId="{5682BDCA-A39F-4E3F-B7D8-15A5BA92CD9B}" srcOrd="1" destOrd="0" presId="urn:microsoft.com/office/officeart/2005/8/layout/orgChart1"/>
    <dgm:cxn modelId="{B54DD1D3-76A7-44AD-B576-483C4E890FD0}" type="presParOf" srcId="{9300AC77-661A-4427-8428-53D41A093E91}" destId="{3423003F-3E3A-4C07-B551-A64F5DABBDC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03AF617-6F11-4D26-981B-DC8648DD715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C6814C33-8955-4880-8E19-F3FEEE4E71EF}">
      <dgm:prSet phldrT="[Text]" custT="1"/>
      <dgm:spPr>
        <a:solidFill>
          <a:schemeClr val="accent5">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sz="700" dirty="0"/>
            <a:t>“CTO”</a:t>
          </a:r>
        </a:p>
      </dgm:t>
    </dgm:pt>
    <dgm:pt modelId="{6878857C-5EC5-44D1-9C7E-E563E633770F}" type="parTrans" cxnId="{389883C3-ADCB-4A66-AE64-7FDE8FCDE339}">
      <dgm:prSet/>
      <dgm:spPr/>
      <dgm:t>
        <a:bodyPr/>
        <a:lstStyle/>
        <a:p>
          <a:endParaRPr lang="en-US" sz="700"/>
        </a:p>
      </dgm:t>
    </dgm:pt>
    <dgm:pt modelId="{0E4A8D6A-36E7-41A8-9171-0E6789D971AB}" type="sibTrans" cxnId="{389883C3-ADCB-4A66-AE64-7FDE8FCDE339}">
      <dgm:prSet/>
      <dgm:spPr/>
      <dgm:t>
        <a:bodyPr/>
        <a:lstStyle/>
        <a:p>
          <a:endParaRPr lang="en-US" sz="700"/>
        </a:p>
      </dgm:t>
    </dgm:pt>
    <dgm:pt modelId="{37451F65-2F9B-45AF-9FE6-C0DA319C7043}" type="asst">
      <dgm:prSet phldrT="[Text]" custT="1"/>
      <dgm:spPr>
        <a:solidFill>
          <a:srgbClr val="5B9BD5">
            <a:lumMod val="20000"/>
            <a:lumOff val="8000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spcFirstLastPara="0" vert="horz" wrap="square" lIns="4445" tIns="4445" rIns="4445" bIns="4445" numCol="1" spcCol="1270" anchor="ctr" anchorCtr="0"/>
        <a:lstStyle/>
        <a:p>
          <a:pPr marL="0" lvl="0" indent="0" algn="ctr" defTabSz="311150">
            <a:lnSpc>
              <a:spcPct val="90000"/>
            </a:lnSpc>
            <a:spcBef>
              <a:spcPct val="0"/>
            </a:spcBef>
            <a:spcAft>
              <a:spcPct val="35000"/>
            </a:spcAft>
            <a:buNone/>
          </a:pPr>
          <a:r>
            <a:rPr lang="en-US" sz="700" kern="1200" dirty="0">
              <a:solidFill>
                <a:prstClr val="white"/>
              </a:solidFill>
              <a:latin typeface="Calibri" panose="020F0502020204030204"/>
              <a:ea typeface="+mn-ea"/>
              <a:cs typeface="+mn-cs"/>
            </a:rPr>
            <a:t>Deputy CTO</a:t>
          </a:r>
        </a:p>
      </dgm:t>
    </dgm:pt>
    <dgm:pt modelId="{729257DA-4481-425D-A548-56A26F736C3D}" type="parTrans" cxnId="{EF0F4833-A059-4397-9FC4-49BFBF9986F1}">
      <dgm:prSet/>
      <dgm:spPr/>
      <dgm:t>
        <a:bodyPr/>
        <a:lstStyle/>
        <a:p>
          <a:endParaRPr lang="en-US" sz="700"/>
        </a:p>
      </dgm:t>
    </dgm:pt>
    <dgm:pt modelId="{2F178D00-D21B-4E23-AC2E-C1864436A6B0}" type="sibTrans" cxnId="{EF0F4833-A059-4397-9FC4-49BFBF9986F1}">
      <dgm:prSet/>
      <dgm:spPr/>
      <dgm:t>
        <a:bodyPr/>
        <a:lstStyle/>
        <a:p>
          <a:endParaRPr lang="en-US" sz="700"/>
        </a:p>
      </dgm:t>
    </dgm:pt>
    <dgm:pt modelId="{5A40E443-C7C0-4D92-8A70-9019F2CAB6E8}">
      <dgm:prSet phldrT="[Text]" custT="1"/>
      <dgm:spPr>
        <a:solidFill>
          <a:srgbClr val="5B9BD5">
            <a:lumMod val="20000"/>
            <a:lumOff val="8000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spcFirstLastPara="0" vert="horz" wrap="square" lIns="4445" tIns="4445" rIns="4445" bIns="4445" numCol="1" spcCol="1270" anchor="ctr" anchorCtr="0"/>
        <a:lstStyle/>
        <a:p>
          <a:pPr marL="0" lvl="0" indent="0" algn="ctr" defTabSz="311150">
            <a:lnSpc>
              <a:spcPct val="90000"/>
            </a:lnSpc>
            <a:spcBef>
              <a:spcPct val="0"/>
            </a:spcBef>
            <a:spcAft>
              <a:spcPct val="35000"/>
            </a:spcAft>
            <a:buNone/>
          </a:pPr>
          <a:r>
            <a:rPr lang="en-US" sz="700" kern="1200" dirty="0">
              <a:solidFill>
                <a:prstClr val="white"/>
              </a:solidFill>
              <a:latin typeface="Calibri" panose="020F0502020204030204"/>
              <a:ea typeface="+mn-ea"/>
              <a:cs typeface="+mn-cs"/>
            </a:rPr>
            <a:t>IT</a:t>
          </a:r>
        </a:p>
      </dgm:t>
    </dgm:pt>
    <dgm:pt modelId="{8F67A094-A107-4935-A6E7-8B2CEDDA9931}" type="parTrans" cxnId="{8D2FD29E-0787-4F4D-8982-12F76B39667B}">
      <dgm:prSet/>
      <dgm:spPr/>
      <dgm:t>
        <a:bodyPr/>
        <a:lstStyle/>
        <a:p>
          <a:endParaRPr lang="en-US" sz="700"/>
        </a:p>
      </dgm:t>
    </dgm:pt>
    <dgm:pt modelId="{03D06833-3FBF-4C52-8CF4-64B2F05C4D40}" type="sibTrans" cxnId="{8D2FD29E-0787-4F4D-8982-12F76B39667B}">
      <dgm:prSet/>
      <dgm:spPr/>
      <dgm:t>
        <a:bodyPr/>
        <a:lstStyle/>
        <a:p>
          <a:endParaRPr lang="en-US" sz="700"/>
        </a:p>
      </dgm:t>
    </dgm:pt>
    <dgm:pt modelId="{7AE86B23-846A-437C-A944-3ACCCFADD6EE}">
      <dgm:prSet custT="1"/>
      <dgm:spPr>
        <a:solidFill>
          <a:srgbClr val="4472C4">
            <a:hueOff val="0"/>
            <a:satOff val="0"/>
            <a:lumOff val="0"/>
            <a:alphaOff val="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spcFirstLastPara="0" vert="horz" wrap="square" lIns="4445" tIns="4445" rIns="4445" bIns="4445" numCol="1" spcCol="1270" anchor="ctr" anchorCtr="0"/>
        <a:lstStyle/>
        <a:p>
          <a:pPr>
            <a:buFont typeface="+mj-lt"/>
            <a:buAutoNum type="alphaLcPeriod"/>
          </a:pPr>
          <a:r>
            <a:rPr lang="en-US" sz="700" kern="1200" dirty="0"/>
            <a:t>Product </a:t>
          </a:r>
          <a:br>
            <a:rPr lang="en-US" sz="700" kern="1200" dirty="0"/>
          </a:br>
          <a:r>
            <a:rPr lang="en-US" sz="700" kern="1200" dirty="0">
              <a:solidFill>
                <a:prstClr val="white"/>
              </a:solidFill>
              <a:latin typeface="Calibri" panose="020F0502020204030204"/>
              <a:ea typeface="+mn-ea"/>
              <a:cs typeface="+mn-cs"/>
            </a:rPr>
            <a:t>Management</a:t>
          </a:r>
        </a:p>
      </dgm:t>
    </dgm:pt>
    <dgm:pt modelId="{2B519B5E-E496-445C-832B-B853FF008CBC}" type="parTrans" cxnId="{509774FC-C361-4C07-B369-322AEB2501B6}">
      <dgm:prSet/>
      <dgm:spPr/>
      <dgm:t>
        <a:bodyPr/>
        <a:lstStyle/>
        <a:p>
          <a:endParaRPr lang="en-US" sz="700"/>
        </a:p>
      </dgm:t>
    </dgm:pt>
    <dgm:pt modelId="{74F6156A-8226-44BC-AFC4-B57E71584F12}" type="sibTrans" cxnId="{509774FC-C361-4C07-B369-322AEB2501B6}">
      <dgm:prSet/>
      <dgm:spPr/>
      <dgm:t>
        <a:bodyPr/>
        <a:lstStyle/>
        <a:p>
          <a:endParaRPr lang="en-US" sz="700"/>
        </a:p>
      </dgm:t>
    </dgm:pt>
    <dgm:pt modelId="{0EBA61D8-AB50-4C8C-BFDA-5E7EE47FDCB9}">
      <dgm:prSet custT="1"/>
      <dgm:spPr>
        <a:solidFill>
          <a:schemeClr val="accent5">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sz="700"/>
            <a:t>Field </a:t>
          </a:r>
          <a:r>
            <a:rPr lang="en-US" sz="700" dirty="0"/>
            <a:t>Support</a:t>
          </a:r>
        </a:p>
      </dgm:t>
    </dgm:pt>
    <dgm:pt modelId="{1A994F0A-A6BE-400A-9131-B2E7FCDD429D}" type="parTrans" cxnId="{8E8C5F19-86BD-4477-9E90-874731A8EDA9}">
      <dgm:prSet/>
      <dgm:spPr/>
      <dgm:t>
        <a:bodyPr/>
        <a:lstStyle/>
        <a:p>
          <a:endParaRPr lang="en-US" sz="700"/>
        </a:p>
      </dgm:t>
    </dgm:pt>
    <dgm:pt modelId="{BD9F05A7-ADBE-4DC8-9C09-D52B4F7EC4AD}" type="sibTrans" cxnId="{8E8C5F19-86BD-4477-9E90-874731A8EDA9}">
      <dgm:prSet/>
      <dgm:spPr/>
      <dgm:t>
        <a:bodyPr/>
        <a:lstStyle/>
        <a:p>
          <a:endParaRPr lang="en-US" sz="700"/>
        </a:p>
      </dgm:t>
    </dgm:pt>
    <dgm:pt modelId="{1AFD94F9-AF1C-43F6-BA4C-C169B65D78BF}" type="pres">
      <dgm:prSet presAssocID="{A03AF617-6F11-4D26-981B-DC8648DD7156}" presName="hierChild1" presStyleCnt="0">
        <dgm:presLayoutVars>
          <dgm:orgChart val="1"/>
          <dgm:chPref val="1"/>
          <dgm:dir/>
          <dgm:animOne val="branch"/>
          <dgm:animLvl val="lvl"/>
          <dgm:resizeHandles/>
        </dgm:presLayoutVars>
      </dgm:prSet>
      <dgm:spPr/>
      <dgm:t>
        <a:bodyPr/>
        <a:lstStyle/>
        <a:p>
          <a:endParaRPr lang="en-US"/>
        </a:p>
      </dgm:t>
    </dgm:pt>
    <dgm:pt modelId="{872E1B28-1276-4881-BA43-28793E42857E}" type="pres">
      <dgm:prSet presAssocID="{C6814C33-8955-4880-8E19-F3FEEE4E71EF}" presName="hierRoot1" presStyleCnt="0">
        <dgm:presLayoutVars>
          <dgm:hierBranch val="init"/>
        </dgm:presLayoutVars>
      </dgm:prSet>
      <dgm:spPr/>
    </dgm:pt>
    <dgm:pt modelId="{97AC8A46-C336-450D-B2D8-C94155A55667}" type="pres">
      <dgm:prSet presAssocID="{C6814C33-8955-4880-8E19-F3FEEE4E71EF}" presName="rootComposite1" presStyleCnt="0"/>
      <dgm:spPr/>
    </dgm:pt>
    <dgm:pt modelId="{AE2812BD-0E60-4C0C-9F92-41064E158913}" type="pres">
      <dgm:prSet presAssocID="{C6814C33-8955-4880-8E19-F3FEEE4E71EF}" presName="rootText1" presStyleLbl="node0" presStyleIdx="0" presStyleCnt="1">
        <dgm:presLayoutVars>
          <dgm:chPref val="3"/>
        </dgm:presLayoutVars>
      </dgm:prSet>
      <dgm:spPr/>
      <dgm:t>
        <a:bodyPr/>
        <a:lstStyle/>
        <a:p>
          <a:endParaRPr lang="en-US"/>
        </a:p>
      </dgm:t>
    </dgm:pt>
    <dgm:pt modelId="{7C100102-DED9-43D0-B71A-C85DDCD5FF69}" type="pres">
      <dgm:prSet presAssocID="{C6814C33-8955-4880-8E19-F3FEEE4E71EF}" presName="rootConnector1" presStyleLbl="node1" presStyleIdx="0" presStyleCnt="0"/>
      <dgm:spPr/>
      <dgm:t>
        <a:bodyPr/>
        <a:lstStyle/>
        <a:p>
          <a:endParaRPr lang="en-US"/>
        </a:p>
      </dgm:t>
    </dgm:pt>
    <dgm:pt modelId="{A8031BF4-384C-40C1-9357-10F83AD7FCC5}" type="pres">
      <dgm:prSet presAssocID="{C6814C33-8955-4880-8E19-F3FEEE4E71EF}" presName="hierChild2" presStyleCnt="0"/>
      <dgm:spPr/>
    </dgm:pt>
    <dgm:pt modelId="{AE181AD7-BBB7-4546-A400-199AA3F37277}" type="pres">
      <dgm:prSet presAssocID="{8F67A094-A107-4935-A6E7-8B2CEDDA9931}" presName="Name37" presStyleLbl="parChTrans1D2" presStyleIdx="0" presStyleCnt="4"/>
      <dgm:spPr/>
      <dgm:t>
        <a:bodyPr/>
        <a:lstStyle/>
        <a:p>
          <a:endParaRPr lang="en-US"/>
        </a:p>
      </dgm:t>
    </dgm:pt>
    <dgm:pt modelId="{42E0563E-0E8D-4B92-B534-DFAFEB2525E7}" type="pres">
      <dgm:prSet presAssocID="{5A40E443-C7C0-4D92-8A70-9019F2CAB6E8}" presName="hierRoot2" presStyleCnt="0">
        <dgm:presLayoutVars>
          <dgm:hierBranch val="init"/>
        </dgm:presLayoutVars>
      </dgm:prSet>
      <dgm:spPr/>
    </dgm:pt>
    <dgm:pt modelId="{CBF41092-6D80-4C80-9307-C1608ACB71B4}" type="pres">
      <dgm:prSet presAssocID="{5A40E443-C7C0-4D92-8A70-9019F2CAB6E8}" presName="rootComposite" presStyleCnt="0"/>
      <dgm:spPr/>
    </dgm:pt>
    <dgm:pt modelId="{4FCCD477-00EF-4653-A9A1-764D2B973A2A}" type="pres">
      <dgm:prSet presAssocID="{5A40E443-C7C0-4D92-8A70-9019F2CAB6E8}" presName="rootText" presStyleLbl="node2" presStyleIdx="0" presStyleCnt="3">
        <dgm:presLayoutVars>
          <dgm:chPref val="3"/>
        </dgm:presLayoutVars>
      </dgm:prSet>
      <dgm:spPr>
        <a:xfrm>
          <a:off x="304943" y="770095"/>
          <a:ext cx="542219" cy="271109"/>
        </a:xfrm>
        <a:prstGeom prst="rect">
          <a:avLst/>
        </a:prstGeom>
      </dgm:spPr>
      <dgm:t>
        <a:bodyPr/>
        <a:lstStyle/>
        <a:p>
          <a:endParaRPr lang="en-US"/>
        </a:p>
      </dgm:t>
    </dgm:pt>
    <dgm:pt modelId="{58A883B6-58BE-4040-BE89-736366E3C60D}" type="pres">
      <dgm:prSet presAssocID="{5A40E443-C7C0-4D92-8A70-9019F2CAB6E8}" presName="rootConnector" presStyleLbl="node2" presStyleIdx="0" presStyleCnt="3"/>
      <dgm:spPr/>
      <dgm:t>
        <a:bodyPr/>
        <a:lstStyle/>
        <a:p>
          <a:endParaRPr lang="en-US"/>
        </a:p>
      </dgm:t>
    </dgm:pt>
    <dgm:pt modelId="{065CB90E-6EFB-402C-B2E5-5D2C3E29A2E7}" type="pres">
      <dgm:prSet presAssocID="{5A40E443-C7C0-4D92-8A70-9019F2CAB6E8}" presName="hierChild4" presStyleCnt="0"/>
      <dgm:spPr/>
    </dgm:pt>
    <dgm:pt modelId="{455D684F-8923-4BE0-A7DD-C73EFE85985A}" type="pres">
      <dgm:prSet presAssocID="{5A40E443-C7C0-4D92-8A70-9019F2CAB6E8}" presName="hierChild5" presStyleCnt="0"/>
      <dgm:spPr/>
    </dgm:pt>
    <dgm:pt modelId="{50C30AF6-B81C-4288-BB65-0261022B4804}" type="pres">
      <dgm:prSet presAssocID="{2B519B5E-E496-445C-832B-B853FF008CBC}" presName="Name37" presStyleLbl="parChTrans1D2" presStyleIdx="1" presStyleCnt="4"/>
      <dgm:spPr/>
      <dgm:t>
        <a:bodyPr/>
        <a:lstStyle/>
        <a:p>
          <a:endParaRPr lang="en-US"/>
        </a:p>
      </dgm:t>
    </dgm:pt>
    <dgm:pt modelId="{7E29B62A-A3FB-46D3-B6F2-330755FA9874}" type="pres">
      <dgm:prSet presAssocID="{7AE86B23-846A-437C-A944-3ACCCFADD6EE}" presName="hierRoot2" presStyleCnt="0">
        <dgm:presLayoutVars>
          <dgm:hierBranch val="init"/>
        </dgm:presLayoutVars>
      </dgm:prSet>
      <dgm:spPr/>
    </dgm:pt>
    <dgm:pt modelId="{F5CDF9DB-B4F1-458A-9E41-199263F2C7F6}" type="pres">
      <dgm:prSet presAssocID="{7AE86B23-846A-437C-A944-3ACCCFADD6EE}" presName="rootComposite" presStyleCnt="0"/>
      <dgm:spPr/>
    </dgm:pt>
    <dgm:pt modelId="{83F9B8C6-5598-4A71-B93B-2180FE773A0C}" type="pres">
      <dgm:prSet presAssocID="{7AE86B23-846A-437C-A944-3ACCCFADD6EE}" presName="rootText" presStyleLbl="node2" presStyleIdx="1" presStyleCnt="3">
        <dgm:presLayoutVars>
          <dgm:chPref val="3"/>
        </dgm:presLayoutVars>
      </dgm:prSet>
      <dgm:spPr>
        <a:xfrm>
          <a:off x="961028" y="770095"/>
          <a:ext cx="542219" cy="271109"/>
        </a:xfrm>
        <a:prstGeom prst="rect">
          <a:avLst/>
        </a:prstGeom>
      </dgm:spPr>
      <dgm:t>
        <a:bodyPr/>
        <a:lstStyle/>
        <a:p>
          <a:endParaRPr lang="en-US"/>
        </a:p>
      </dgm:t>
    </dgm:pt>
    <dgm:pt modelId="{F7EEA5CF-6382-44DC-8BF3-A442ED492611}" type="pres">
      <dgm:prSet presAssocID="{7AE86B23-846A-437C-A944-3ACCCFADD6EE}" presName="rootConnector" presStyleLbl="node2" presStyleIdx="1" presStyleCnt="3"/>
      <dgm:spPr/>
      <dgm:t>
        <a:bodyPr/>
        <a:lstStyle/>
        <a:p>
          <a:endParaRPr lang="en-US"/>
        </a:p>
      </dgm:t>
    </dgm:pt>
    <dgm:pt modelId="{5365DFD4-071B-4E56-8DB8-9FC2B8E10DFF}" type="pres">
      <dgm:prSet presAssocID="{7AE86B23-846A-437C-A944-3ACCCFADD6EE}" presName="hierChild4" presStyleCnt="0"/>
      <dgm:spPr/>
    </dgm:pt>
    <dgm:pt modelId="{01C5EA28-8557-4428-9D8A-F2F665BBE2E0}" type="pres">
      <dgm:prSet presAssocID="{7AE86B23-846A-437C-A944-3ACCCFADD6EE}" presName="hierChild5" presStyleCnt="0"/>
      <dgm:spPr/>
    </dgm:pt>
    <dgm:pt modelId="{BCFC46AA-A200-437F-85BD-18150829FBC4}" type="pres">
      <dgm:prSet presAssocID="{1A994F0A-A6BE-400A-9131-B2E7FCDD429D}" presName="Name37" presStyleLbl="parChTrans1D2" presStyleIdx="2" presStyleCnt="4"/>
      <dgm:spPr/>
      <dgm:t>
        <a:bodyPr/>
        <a:lstStyle/>
        <a:p>
          <a:endParaRPr lang="en-US"/>
        </a:p>
      </dgm:t>
    </dgm:pt>
    <dgm:pt modelId="{E5E6AC2E-568C-4B97-93F8-DE4881AEA3EC}" type="pres">
      <dgm:prSet presAssocID="{0EBA61D8-AB50-4C8C-BFDA-5E7EE47FDCB9}" presName="hierRoot2" presStyleCnt="0">
        <dgm:presLayoutVars>
          <dgm:hierBranch val="init"/>
        </dgm:presLayoutVars>
      </dgm:prSet>
      <dgm:spPr/>
    </dgm:pt>
    <dgm:pt modelId="{D056FD07-6B39-40F7-8157-8A4E40E71BE7}" type="pres">
      <dgm:prSet presAssocID="{0EBA61D8-AB50-4C8C-BFDA-5E7EE47FDCB9}" presName="rootComposite" presStyleCnt="0"/>
      <dgm:spPr/>
    </dgm:pt>
    <dgm:pt modelId="{B8B5EA46-5A89-4445-94AA-870576DF2BE5}" type="pres">
      <dgm:prSet presAssocID="{0EBA61D8-AB50-4C8C-BFDA-5E7EE47FDCB9}" presName="rootText" presStyleLbl="node2" presStyleIdx="2" presStyleCnt="3">
        <dgm:presLayoutVars>
          <dgm:chPref val="3"/>
        </dgm:presLayoutVars>
      </dgm:prSet>
      <dgm:spPr/>
      <dgm:t>
        <a:bodyPr/>
        <a:lstStyle/>
        <a:p>
          <a:endParaRPr lang="en-US"/>
        </a:p>
      </dgm:t>
    </dgm:pt>
    <dgm:pt modelId="{FCAD5005-295D-4A9C-81BC-BFC2265DBDAC}" type="pres">
      <dgm:prSet presAssocID="{0EBA61D8-AB50-4C8C-BFDA-5E7EE47FDCB9}" presName="rootConnector" presStyleLbl="node2" presStyleIdx="2" presStyleCnt="3"/>
      <dgm:spPr/>
      <dgm:t>
        <a:bodyPr/>
        <a:lstStyle/>
        <a:p>
          <a:endParaRPr lang="en-US"/>
        </a:p>
      </dgm:t>
    </dgm:pt>
    <dgm:pt modelId="{F9DD7DDD-5DA1-4759-8BAE-91E157E41032}" type="pres">
      <dgm:prSet presAssocID="{0EBA61D8-AB50-4C8C-BFDA-5E7EE47FDCB9}" presName="hierChild4" presStyleCnt="0"/>
      <dgm:spPr/>
    </dgm:pt>
    <dgm:pt modelId="{A75163D5-7F09-4E9D-BC5C-A7D576360A89}" type="pres">
      <dgm:prSet presAssocID="{0EBA61D8-AB50-4C8C-BFDA-5E7EE47FDCB9}" presName="hierChild5" presStyleCnt="0"/>
      <dgm:spPr/>
    </dgm:pt>
    <dgm:pt modelId="{91E1F3A3-8FED-42D6-B209-BD95BF5A87AD}" type="pres">
      <dgm:prSet presAssocID="{C6814C33-8955-4880-8E19-F3FEEE4E71EF}" presName="hierChild3" presStyleCnt="0"/>
      <dgm:spPr/>
    </dgm:pt>
    <dgm:pt modelId="{00CA85F7-5FB0-4DCF-A630-522466AD3D89}" type="pres">
      <dgm:prSet presAssocID="{729257DA-4481-425D-A548-56A26F736C3D}" presName="Name111" presStyleLbl="parChTrans1D2" presStyleIdx="3" presStyleCnt="4"/>
      <dgm:spPr/>
      <dgm:t>
        <a:bodyPr/>
        <a:lstStyle/>
        <a:p>
          <a:endParaRPr lang="en-US"/>
        </a:p>
      </dgm:t>
    </dgm:pt>
    <dgm:pt modelId="{9300AC77-661A-4427-8428-53D41A093E91}" type="pres">
      <dgm:prSet presAssocID="{37451F65-2F9B-45AF-9FE6-C0DA319C7043}" presName="hierRoot3" presStyleCnt="0">
        <dgm:presLayoutVars>
          <dgm:hierBranch val="init"/>
        </dgm:presLayoutVars>
      </dgm:prSet>
      <dgm:spPr/>
    </dgm:pt>
    <dgm:pt modelId="{3A90BA6A-0DA1-425A-A8C1-30BDDF725EB3}" type="pres">
      <dgm:prSet presAssocID="{37451F65-2F9B-45AF-9FE6-C0DA319C7043}" presName="rootComposite3" presStyleCnt="0"/>
      <dgm:spPr/>
    </dgm:pt>
    <dgm:pt modelId="{9F039A72-1BAA-4E34-A0C6-A2780E69889D}" type="pres">
      <dgm:prSet presAssocID="{37451F65-2F9B-45AF-9FE6-C0DA319C7043}" presName="rootText3" presStyleLbl="asst1" presStyleIdx="0" presStyleCnt="1" custLinFactX="29827" custLinFactNeighborX="100000">
        <dgm:presLayoutVars>
          <dgm:chPref val="3"/>
        </dgm:presLayoutVars>
      </dgm:prSet>
      <dgm:spPr>
        <a:xfrm>
          <a:off x="1336933" y="385119"/>
          <a:ext cx="542219" cy="271109"/>
        </a:xfrm>
        <a:prstGeom prst="rect">
          <a:avLst/>
        </a:prstGeom>
      </dgm:spPr>
      <dgm:t>
        <a:bodyPr/>
        <a:lstStyle/>
        <a:p>
          <a:endParaRPr lang="en-US"/>
        </a:p>
      </dgm:t>
    </dgm:pt>
    <dgm:pt modelId="{24103CC5-5E9E-4325-9509-BD4E4140317A}" type="pres">
      <dgm:prSet presAssocID="{37451F65-2F9B-45AF-9FE6-C0DA319C7043}" presName="rootConnector3" presStyleLbl="asst1" presStyleIdx="0" presStyleCnt="1"/>
      <dgm:spPr/>
      <dgm:t>
        <a:bodyPr/>
        <a:lstStyle/>
        <a:p>
          <a:endParaRPr lang="en-US"/>
        </a:p>
      </dgm:t>
    </dgm:pt>
    <dgm:pt modelId="{5682BDCA-A39F-4E3F-B7D8-15A5BA92CD9B}" type="pres">
      <dgm:prSet presAssocID="{37451F65-2F9B-45AF-9FE6-C0DA319C7043}" presName="hierChild6" presStyleCnt="0"/>
      <dgm:spPr/>
    </dgm:pt>
    <dgm:pt modelId="{3423003F-3E3A-4C07-B551-A64F5DABBDC3}" type="pres">
      <dgm:prSet presAssocID="{37451F65-2F9B-45AF-9FE6-C0DA319C7043}" presName="hierChild7" presStyleCnt="0"/>
      <dgm:spPr/>
    </dgm:pt>
  </dgm:ptLst>
  <dgm:cxnLst>
    <dgm:cxn modelId="{2604F5B1-B0CC-4DD1-A173-B1BA443257DF}" type="presOf" srcId="{0EBA61D8-AB50-4C8C-BFDA-5E7EE47FDCB9}" destId="{FCAD5005-295D-4A9C-81BC-BFC2265DBDAC}" srcOrd="1" destOrd="0" presId="urn:microsoft.com/office/officeart/2005/8/layout/orgChart1"/>
    <dgm:cxn modelId="{89EA70B0-CBE2-49DC-9AD7-9126278255AA}" type="presOf" srcId="{C6814C33-8955-4880-8E19-F3FEEE4E71EF}" destId="{AE2812BD-0E60-4C0C-9F92-41064E158913}" srcOrd="0" destOrd="0" presId="urn:microsoft.com/office/officeart/2005/8/layout/orgChart1"/>
    <dgm:cxn modelId="{EF0F4833-A059-4397-9FC4-49BFBF9986F1}" srcId="{C6814C33-8955-4880-8E19-F3FEEE4E71EF}" destId="{37451F65-2F9B-45AF-9FE6-C0DA319C7043}" srcOrd="0" destOrd="0" parTransId="{729257DA-4481-425D-A548-56A26F736C3D}" sibTransId="{2F178D00-D21B-4E23-AC2E-C1864436A6B0}"/>
    <dgm:cxn modelId="{70D07E2D-9DCF-4540-9934-16C588409274}" type="presOf" srcId="{5A40E443-C7C0-4D92-8A70-9019F2CAB6E8}" destId="{4FCCD477-00EF-4653-A9A1-764D2B973A2A}" srcOrd="0" destOrd="0" presId="urn:microsoft.com/office/officeart/2005/8/layout/orgChart1"/>
    <dgm:cxn modelId="{389883C3-ADCB-4A66-AE64-7FDE8FCDE339}" srcId="{A03AF617-6F11-4D26-981B-DC8648DD7156}" destId="{C6814C33-8955-4880-8E19-F3FEEE4E71EF}" srcOrd="0" destOrd="0" parTransId="{6878857C-5EC5-44D1-9C7E-E563E633770F}" sibTransId="{0E4A8D6A-36E7-41A8-9171-0E6789D971AB}"/>
    <dgm:cxn modelId="{7C75A240-37D7-4708-9F99-2ABF0A455A35}" type="presOf" srcId="{37451F65-2F9B-45AF-9FE6-C0DA319C7043}" destId="{24103CC5-5E9E-4325-9509-BD4E4140317A}" srcOrd="1" destOrd="0" presId="urn:microsoft.com/office/officeart/2005/8/layout/orgChart1"/>
    <dgm:cxn modelId="{B4FC0A74-951C-46E7-8C33-43518825D3EB}" type="presOf" srcId="{8F67A094-A107-4935-A6E7-8B2CEDDA9931}" destId="{AE181AD7-BBB7-4546-A400-199AA3F37277}" srcOrd="0" destOrd="0" presId="urn:microsoft.com/office/officeart/2005/8/layout/orgChart1"/>
    <dgm:cxn modelId="{0E195AAF-6424-4365-BD7E-2BDCA6FCFAEC}" type="presOf" srcId="{1A994F0A-A6BE-400A-9131-B2E7FCDD429D}" destId="{BCFC46AA-A200-437F-85BD-18150829FBC4}" srcOrd="0" destOrd="0" presId="urn:microsoft.com/office/officeart/2005/8/layout/orgChart1"/>
    <dgm:cxn modelId="{6D14C2DF-7078-42BE-A5A7-E74447881187}" type="presOf" srcId="{5A40E443-C7C0-4D92-8A70-9019F2CAB6E8}" destId="{58A883B6-58BE-4040-BE89-736366E3C60D}" srcOrd="1" destOrd="0" presId="urn:microsoft.com/office/officeart/2005/8/layout/orgChart1"/>
    <dgm:cxn modelId="{509774FC-C361-4C07-B369-322AEB2501B6}" srcId="{C6814C33-8955-4880-8E19-F3FEEE4E71EF}" destId="{7AE86B23-846A-437C-A944-3ACCCFADD6EE}" srcOrd="2" destOrd="0" parTransId="{2B519B5E-E496-445C-832B-B853FF008CBC}" sibTransId="{74F6156A-8226-44BC-AFC4-B57E71584F12}"/>
    <dgm:cxn modelId="{8059EE93-114B-4A6C-804A-82E17834B72A}" type="presOf" srcId="{7AE86B23-846A-437C-A944-3ACCCFADD6EE}" destId="{83F9B8C6-5598-4A71-B93B-2180FE773A0C}" srcOrd="0" destOrd="0" presId="urn:microsoft.com/office/officeart/2005/8/layout/orgChart1"/>
    <dgm:cxn modelId="{8D2FD29E-0787-4F4D-8982-12F76B39667B}" srcId="{C6814C33-8955-4880-8E19-F3FEEE4E71EF}" destId="{5A40E443-C7C0-4D92-8A70-9019F2CAB6E8}" srcOrd="1" destOrd="0" parTransId="{8F67A094-A107-4935-A6E7-8B2CEDDA9931}" sibTransId="{03D06833-3FBF-4C52-8CF4-64B2F05C4D40}"/>
    <dgm:cxn modelId="{114EFAD4-0AE8-44F3-B619-B637F879F4C2}" type="presOf" srcId="{A03AF617-6F11-4D26-981B-DC8648DD7156}" destId="{1AFD94F9-AF1C-43F6-BA4C-C169B65D78BF}" srcOrd="0" destOrd="0" presId="urn:microsoft.com/office/officeart/2005/8/layout/orgChart1"/>
    <dgm:cxn modelId="{9B5F105E-4724-4285-9B21-B52FEBF1DF63}" type="presOf" srcId="{2B519B5E-E496-445C-832B-B853FF008CBC}" destId="{50C30AF6-B81C-4288-BB65-0261022B4804}" srcOrd="0" destOrd="0" presId="urn:microsoft.com/office/officeart/2005/8/layout/orgChart1"/>
    <dgm:cxn modelId="{BEF85409-06B7-4203-8CB8-23D1F86732A4}" type="presOf" srcId="{729257DA-4481-425D-A548-56A26F736C3D}" destId="{00CA85F7-5FB0-4DCF-A630-522466AD3D89}" srcOrd="0" destOrd="0" presId="urn:microsoft.com/office/officeart/2005/8/layout/orgChart1"/>
    <dgm:cxn modelId="{10035973-34B8-46E6-9C46-BA2BB7CA60B1}" type="presOf" srcId="{0EBA61D8-AB50-4C8C-BFDA-5E7EE47FDCB9}" destId="{B8B5EA46-5A89-4445-94AA-870576DF2BE5}" srcOrd="0" destOrd="0" presId="urn:microsoft.com/office/officeart/2005/8/layout/orgChart1"/>
    <dgm:cxn modelId="{4DAE66C0-B69B-4DB8-A0E3-F0836703681B}" type="presOf" srcId="{37451F65-2F9B-45AF-9FE6-C0DA319C7043}" destId="{9F039A72-1BAA-4E34-A0C6-A2780E69889D}" srcOrd="0" destOrd="0" presId="urn:microsoft.com/office/officeart/2005/8/layout/orgChart1"/>
    <dgm:cxn modelId="{37C4D028-7263-4A19-9415-4F756F6AD4E0}" type="presOf" srcId="{C6814C33-8955-4880-8E19-F3FEEE4E71EF}" destId="{7C100102-DED9-43D0-B71A-C85DDCD5FF69}" srcOrd="1" destOrd="0" presId="urn:microsoft.com/office/officeart/2005/8/layout/orgChart1"/>
    <dgm:cxn modelId="{8E8C5F19-86BD-4477-9E90-874731A8EDA9}" srcId="{C6814C33-8955-4880-8E19-F3FEEE4E71EF}" destId="{0EBA61D8-AB50-4C8C-BFDA-5E7EE47FDCB9}" srcOrd="3" destOrd="0" parTransId="{1A994F0A-A6BE-400A-9131-B2E7FCDD429D}" sibTransId="{BD9F05A7-ADBE-4DC8-9C09-D52B4F7EC4AD}"/>
    <dgm:cxn modelId="{40C9A053-DC67-4239-AD24-59207DF1A728}" type="presOf" srcId="{7AE86B23-846A-437C-A944-3ACCCFADD6EE}" destId="{F7EEA5CF-6382-44DC-8BF3-A442ED492611}" srcOrd="1" destOrd="0" presId="urn:microsoft.com/office/officeart/2005/8/layout/orgChart1"/>
    <dgm:cxn modelId="{93F8D004-C71E-4737-BC0E-018EE9A21689}" type="presParOf" srcId="{1AFD94F9-AF1C-43F6-BA4C-C169B65D78BF}" destId="{872E1B28-1276-4881-BA43-28793E42857E}" srcOrd="0" destOrd="0" presId="urn:microsoft.com/office/officeart/2005/8/layout/orgChart1"/>
    <dgm:cxn modelId="{6049BEF5-77E4-4B8C-9EBF-D214D6C74B11}" type="presParOf" srcId="{872E1B28-1276-4881-BA43-28793E42857E}" destId="{97AC8A46-C336-450D-B2D8-C94155A55667}" srcOrd="0" destOrd="0" presId="urn:microsoft.com/office/officeart/2005/8/layout/orgChart1"/>
    <dgm:cxn modelId="{FB813773-2CCC-4169-BB33-FB3B4F45F3E8}" type="presParOf" srcId="{97AC8A46-C336-450D-B2D8-C94155A55667}" destId="{AE2812BD-0E60-4C0C-9F92-41064E158913}" srcOrd="0" destOrd="0" presId="urn:microsoft.com/office/officeart/2005/8/layout/orgChart1"/>
    <dgm:cxn modelId="{E3FE835C-7613-4EBF-B252-BD498A491E8F}" type="presParOf" srcId="{97AC8A46-C336-450D-B2D8-C94155A55667}" destId="{7C100102-DED9-43D0-B71A-C85DDCD5FF69}" srcOrd="1" destOrd="0" presId="urn:microsoft.com/office/officeart/2005/8/layout/orgChart1"/>
    <dgm:cxn modelId="{AC187496-2A62-4DA1-B3FB-90F8F569987B}" type="presParOf" srcId="{872E1B28-1276-4881-BA43-28793E42857E}" destId="{A8031BF4-384C-40C1-9357-10F83AD7FCC5}" srcOrd="1" destOrd="0" presId="urn:microsoft.com/office/officeart/2005/8/layout/orgChart1"/>
    <dgm:cxn modelId="{A1B516D5-CA55-4279-9248-8A3BE3A9D6B2}" type="presParOf" srcId="{A8031BF4-384C-40C1-9357-10F83AD7FCC5}" destId="{AE181AD7-BBB7-4546-A400-199AA3F37277}" srcOrd="0" destOrd="0" presId="urn:microsoft.com/office/officeart/2005/8/layout/orgChart1"/>
    <dgm:cxn modelId="{C99F7A16-8797-444F-B2A7-E71C2C03F094}" type="presParOf" srcId="{A8031BF4-384C-40C1-9357-10F83AD7FCC5}" destId="{42E0563E-0E8D-4B92-B534-DFAFEB2525E7}" srcOrd="1" destOrd="0" presId="urn:microsoft.com/office/officeart/2005/8/layout/orgChart1"/>
    <dgm:cxn modelId="{07E2D702-6755-4B6F-8C2C-691FAC176A71}" type="presParOf" srcId="{42E0563E-0E8D-4B92-B534-DFAFEB2525E7}" destId="{CBF41092-6D80-4C80-9307-C1608ACB71B4}" srcOrd="0" destOrd="0" presId="urn:microsoft.com/office/officeart/2005/8/layout/orgChart1"/>
    <dgm:cxn modelId="{633616C3-65A4-4FAB-9C95-2BFD80A27E72}" type="presParOf" srcId="{CBF41092-6D80-4C80-9307-C1608ACB71B4}" destId="{4FCCD477-00EF-4653-A9A1-764D2B973A2A}" srcOrd="0" destOrd="0" presId="urn:microsoft.com/office/officeart/2005/8/layout/orgChart1"/>
    <dgm:cxn modelId="{394BF7F5-3DD3-4959-AC4E-D19C5B54D91C}" type="presParOf" srcId="{CBF41092-6D80-4C80-9307-C1608ACB71B4}" destId="{58A883B6-58BE-4040-BE89-736366E3C60D}" srcOrd="1" destOrd="0" presId="urn:microsoft.com/office/officeart/2005/8/layout/orgChart1"/>
    <dgm:cxn modelId="{0501DD54-39E1-4357-99F6-F846A59D32B4}" type="presParOf" srcId="{42E0563E-0E8D-4B92-B534-DFAFEB2525E7}" destId="{065CB90E-6EFB-402C-B2E5-5D2C3E29A2E7}" srcOrd="1" destOrd="0" presId="urn:microsoft.com/office/officeart/2005/8/layout/orgChart1"/>
    <dgm:cxn modelId="{B6AE39C4-6B86-4230-9331-B1DA0543F761}" type="presParOf" srcId="{42E0563E-0E8D-4B92-B534-DFAFEB2525E7}" destId="{455D684F-8923-4BE0-A7DD-C73EFE85985A}" srcOrd="2" destOrd="0" presId="urn:microsoft.com/office/officeart/2005/8/layout/orgChart1"/>
    <dgm:cxn modelId="{C5B125FB-2734-42B7-93AC-E563786712FF}" type="presParOf" srcId="{A8031BF4-384C-40C1-9357-10F83AD7FCC5}" destId="{50C30AF6-B81C-4288-BB65-0261022B4804}" srcOrd="2" destOrd="0" presId="urn:microsoft.com/office/officeart/2005/8/layout/orgChart1"/>
    <dgm:cxn modelId="{52E68C06-4B3D-4BC4-8D8E-245B2979AA47}" type="presParOf" srcId="{A8031BF4-384C-40C1-9357-10F83AD7FCC5}" destId="{7E29B62A-A3FB-46D3-B6F2-330755FA9874}" srcOrd="3" destOrd="0" presId="urn:microsoft.com/office/officeart/2005/8/layout/orgChart1"/>
    <dgm:cxn modelId="{93267A47-8369-4F11-AC06-766F6320E305}" type="presParOf" srcId="{7E29B62A-A3FB-46D3-B6F2-330755FA9874}" destId="{F5CDF9DB-B4F1-458A-9E41-199263F2C7F6}" srcOrd="0" destOrd="0" presId="urn:microsoft.com/office/officeart/2005/8/layout/orgChart1"/>
    <dgm:cxn modelId="{C8F667AE-FF34-40DD-B122-6BBFEA17771F}" type="presParOf" srcId="{F5CDF9DB-B4F1-458A-9E41-199263F2C7F6}" destId="{83F9B8C6-5598-4A71-B93B-2180FE773A0C}" srcOrd="0" destOrd="0" presId="urn:microsoft.com/office/officeart/2005/8/layout/orgChart1"/>
    <dgm:cxn modelId="{EA2790E0-644F-41F6-895F-C6F065F01174}" type="presParOf" srcId="{F5CDF9DB-B4F1-458A-9E41-199263F2C7F6}" destId="{F7EEA5CF-6382-44DC-8BF3-A442ED492611}" srcOrd="1" destOrd="0" presId="urn:microsoft.com/office/officeart/2005/8/layout/orgChart1"/>
    <dgm:cxn modelId="{71747B8C-10D4-43A9-90E1-329310F57021}" type="presParOf" srcId="{7E29B62A-A3FB-46D3-B6F2-330755FA9874}" destId="{5365DFD4-071B-4E56-8DB8-9FC2B8E10DFF}" srcOrd="1" destOrd="0" presId="urn:microsoft.com/office/officeart/2005/8/layout/orgChart1"/>
    <dgm:cxn modelId="{1BB739AF-2012-49E7-B20D-FCE3B1A022FB}" type="presParOf" srcId="{7E29B62A-A3FB-46D3-B6F2-330755FA9874}" destId="{01C5EA28-8557-4428-9D8A-F2F665BBE2E0}" srcOrd="2" destOrd="0" presId="urn:microsoft.com/office/officeart/2005/8/layout/orgChart1"/>
    <dgm:cxn modelId="{CFDF0B73-46F6-45FF-AF20-6DA6638AD31C}" type="presParOf" srcId="{A8031BF4-384C-40C1-9357-10F83AD7FCC5}" destId="{BCFC46AA-A200-437F-85BD-18150829FBC4}" srcOrd="4" destOrd="0" presId="urn:microsoft.com/office/officeart/2005/8/layout/orgChart1"/>
    <dgm:cxn modelId="{C4474F1E-53AF-4B62-8E5C-4311A2AA4D05}" type="presParOf" srcId="{A8031BF4-384C-40C1-9357-10F83AD7FCC5}" destId="{E5E6AC2E-568C-4B97-93F8-DE4881AEA3EC}" srcOrd="5" destOrd="0" presId="urn:microsoft.com/office/officeart/2005/8/layout/orgChart1"/>
    <dgm:cxn modelId="{72843F5C-5D3E-409D-BFE6-73ADCD2ACDB5}" type="presParOf" srcId="{E5E6AC2E-568C-4B97-93F8-DE4881AEA3EC}" destId="{D056FD07-6B39-40F7-8157-8A4E40E71BE7}" srcOrd="0" destOrd="0" presId="urn:microsoft.com/office/officeart/2005/8/layout/orgChart1"/>
    <dgm:cxn modelId="{DF7ADFB4-14EB-41CB-9BBA-E49044473D46}" type="presParOf" srcId="{D056FD07-6B39-40F7-8157-8A4E40E71BE7}" destId="{B8B5EA46-5A89-4445-94AA-870576DF2BE5}" srcOrd="0" destOrd="0" presId="urn:microsoft.com/office/officeart/2005/8/layout/orgChart1"/>
    <dgm:cxn modelId="{B79988F4-C2C9-4867-8E15-777BE32FBEE0}" type="presParOf" srcId="{D056FD07-6B39-40F7-8157-8A4E40E71BE7}" destId="{FCAD5005-295D-4A9C-81BC-BFC2265DBDAC}" srcOrd="1" destOrd="0" presId="urn:microsoft.com/office/officeart/2005/8/layout/orgChart1"/>
    <dgm:cxn modelId="{0F766066-476C-4503-87FB-9A868F0B7BF2}" type="presParOf" srcId="{E5E6AC2E-568C-4B97-93F8-DE4881AEA3EC}" destId="{F9DD7DDD-5DA1-4759-8BAE-91E157E41032}" srcOrd="1" destOrd="0" presId="urn:microsoft.com/office/officeart/2005/8/layout/orgChart1"/>
    <dgm:cxn modelId="{100BA9C2-A4FC-406A-8B16-31186C8E24D0}" type="presParOf" srcId="{E5E6AC2E-568C-4B97-93F8-DE4881AEA3EC}" destId="{A75163D5-7F09-4E9D-BC5C-A7D576360A89}" srcOrd="2" destOrd="0" presId="urn:microsoft.com/office/officeart/2005/8/layout/orgChart1"/>
    <dgm:cxn modelId="{A79C03BC-1F69-4FF0-A591-4C3249EEFECB}" type="presParOf" srcId="{872E1B28-1276-4881-BA43-28793E42857E}" destId="{91E1F3A3-8FED-42D6-B209-BD95BF5A87AD}" srcOrd="2" destOrd="0" presId="urn:microsoft.com/office/officeart/2005/8/layout/orgChart1"/>
    <dgm:cxn modelId="{F7D181AE-F643-4AA5-97BC-4869806501BE}" type="presParOf" srcId="{91E1F3A3-8FED-42D6-B209-BD95BF5A87AD}" destId="{00CA85F7-5FB0-4DCF-A630-522466AD3D89}" srcOrd="0" destOrd="0" presId="urn:microsoft.com/office/officeart/2005/8/layout/orgChart1"/>
    <dgm:cxn modelId="{216C0507-FC7B-4413-BDFE-3F96D284CFA1}" type="presParOf" srcId="{91E1F3A3-8FED-42D6-B209-BD95BF5A87AD}" destId="{9300AC77-661A-4427-8428-53D41A093E91}" srcOrd="1" destOrd="0" presId="urn:microsoft.com/office/officeart/2005/8/layout/orgChart1"/>
    <dgm:cxn modelId="{F3ABC693-7071-4BC3-AFBD-8850569040E0}" type="presParOf" srcId="{9300AC77-661A-4427-8428-53D41A093E91}" destId="{3A90BA6A-0DA1-425A-A8C1-30BDDF725EB3}" srcOrd="0" destOrd="0" presId="urn:microsoft.com/office/officeart/2005/8/layout/orgChart1"/>
    <dgm:cxn modelId="{7E6C900E-08D3-4183-AFEB-85E30596CF78}" type="presParOf" srcId="{3A90BA6A-0DA1-425A-A8C1-30BDDF725EB3}" destId="{9F039A72-1BAA-4E34-A0C6-A2780E69889D}" srcOrd="0" destOrd="0" presId="urn:microsoft.com/office/officeart/2005/8/layout/orgChart1"/>
    <dgm:cxn modelId="{C3FFB8EA-D9F8-49BA-A417-4DE9C6C947B6}" type="presParOf" srcId="{3A90BA6A-0DA1-425A-A8C1-30BDDF725EB3}" destId="{24103CC5-5E9E-4325-9509-BD4E4140317A}" srcOrd="1" destOrd="0" presId="urn:microsoft.com/office/officeart/2005/8/layout/orgChart1"/>
    <dgm:cxn modelId="{A5A8071A-DC82-4BE1-972D-4AC0BA5149E5}" type="presParOf" srcId="{9300AC77-661A-4427-8428-53D41A093E91}" destId="{5682BDCA-A39F-4E3F-B7D8-15A5BA92CD9B}" srcOrd="1" destOrd="0" presId="urn:microsoft.com/office/officeart/2005/8/layout/orgChart1"/>
    <dgm:cxn modelId="{B54DD1D3-76A7-44AD-B576-483C4E890FD0}" type="presParOf" srcId="{9300AC77-661A-4427-8428-53D41A093E91}" destId="{3423003F-3E3A-4C07-B551-A64F5DABBDC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03AF617-6F11-4D26-981B-DC8648DD715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C6814C33-8955-4880-8E19-F3FEEE4E71EF}">
      <dgm:prSet phldrT="[Text]" custT="1"/>
      <dgm:spPr>
        <a:solidFill>
          <a:schemeClr val="accent5">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sz="700" dirty="0"/>
            <a:t>“CTO”</a:t>
          </a:r>
        </a:p>
      </dgm:t>
    </dgm:pt>
    <dgm:pt modelId="{6878857C-5EC5-44D1-9C7E-E563E633770F}" type="parTrans" cxnId="{389883C3-ADCB-4A66-AE64-7FDE8FCDE339}">
      <dgm:prSet/>
      <dgm:spPr/>
      <dgm:t>
        <a:bodyPr/>
        <a:lstStyle/>
        <a:p>
          <a:endParaRPr lang="en-US" sz="700"/>
        </a:p>
      </dgm:t>
    </dgm:pt>
    <dgm:pt modelId="{0E4A8D6A-36E7-41A8-9171-0E6789D971AB}" type="sibTrans" cxnId="{389883C3-ADCB-4A66-AE64-7FDE8FCDE339}">
      <dgm:prSet/>
      <dgm:spPr/>
      <dgm:t>
        <a:bodyPr/>
        <a:lstStyle/>
        <a:p>
          <a:endParaRPr lang="en-US" sz="700"/>
        </a:p>
      </dgm:t>
    </dgm:pt>
    <dgm:pt modelId="{37451F65-2F9B-45AF-9FE6-C0DA319C7043}" type="asst">
      <dgm:prSet phldrT="[Text]" custT="1"/>
      <dgm:spPr>
        <a:solidFill>
          <a:schemeClr val="accent5">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sz="300" dirty="0"/>
            <a:t>Deputy CTO</a:t>
          </a:r>
        </a:p>
      </dgm:t>
    </dgm:pt>
    <dgm:pt modelId="{729257DA-4481-425D-A548-56A26F736C3D}" type="parTrans" cxnId="{EF0F4833-A059-4397-9FC4-49BFBF9986F1}">
      <dgm:prSet/>
      <dgm:spPr/>
      <dgm:t>
        <a:bodyPr/>
        <a:lstStyle/>
        <a:p>
          <a:endParaRPr lang="en-US" sz="700"/>
        </a:p>
      </dgm:t>
    </dgm:pt>
    <dgm:pt modelId="{2F178D00-D21B-4E23-AC2E-C1864436A6B0}" type="sibTrans" cxnId="{EF0F4833-A059-4397-9FC4-49BFBF9986F1}">
      <dgm:prSet/>
      <dgm:spPr/>
      <dgm:t>
        <a:bodyPr/>
        <a:lstStyle/>
        <a:p>
          <a:endParaRPr lang="en-US" sz="700"/>
        </a:p>
      </dgm:t>
    </dgm:pt>
    <dgm:pt modelId="{5A40E443-C7C0-4D92-8A70-9019F2CAB6E8}">
      <dgm:prSet phldrT="[Text]" custT="1"/>
      <dgm:spPr>
        <a:solidFill>
          <a:srgbClr val="5B9BD5">
            <a:lumMod val="20000"/>
            <a:lumOff val="8000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spcFirstLastPara="0" vert="horz" wrap="square" lIns="4445" tIns="4445" rIns="4445" bIns="4445" numCol="1" spcCol="1270" anchor="ctr" anchorCtr="0"/>
        <a:lstStyle/>
        <a:p>
          <a:pPr marL="0" lvl="0" indent="0" algn="ctr" defTabSz="311150">
            <a:lnSpc>
              <a:spcPct val="90000"/>
            </a:lnSpc>
            <a:spcBef>
              <a:spcPct val="0"/>
            </a:spcBef>
            <a:spcAft>
              <a:spcPct val="35000"/>
            </a:spcAft>
            <a:buNone/>
          </a:pPr>
          <a:r>
            <a:rPr lang="en-US" sz="700" kern="1200" dirty="0">
              <a:solidFill>
                <a:prstClr val="white"/>
              </a:solidFill>
              <a:latin typeface="Calibri" panose="020F0502020204030204"/>
              <a:ea typeface="+mn-ea"/>
              <a:cs typeface="+mn-cs"/>
            </a:rPr>
            <a:t>IT</a:t>
          </a:r>
        </a:p>
      </dgm:t>
    </dgm:pt>
    <dgm:pt modelId="{8F67A094-A107-4935-A6E7-8B2CEDDA9931}" type="parTrans" cxnId="{8D2FD29E-0787-4F4D-8982-12F76B39667B}">
      <dgm:prSet/>
      <dgm:spPr/>
      <dgm:t>
        <a:bodyPr/>
        <a:lstStyle/>
        <a:p>
          <a:endParaRPr lang="en-US" sz="700"/>
        </a:p>
      </dgm:t>
    </dgm:pt>
    <dgm:pt modelId="{03D06833-3FBF-4C52-8CF4-64B2F05C4D40}" type="sibTrans" cxnId="{8D2FD29E-0787-4F4D-8982-12F76B39667B}">
      <dgm:prSet/>
      <dgm:spPr/>
      <dgm:t>
        <a:bodyPr/>
        <a:lstStyle/>
        <a:p>
          <a:endParaRPr lang="en-US" sz="700"/>
        </a:p>
      </dgm:t>
    </dgm:pt>
    <dgm:pt modelId="{7AE86B23-846A-437C-A944-3ACCCFADD6EE}">
      <dgm:prSet custT="1"/>
      <dgm:spPr>
        <a:solidFill>
          <a:srgbClr val="4472C4">
            <a:hueOff val="0"/>
            <a:satOff val="0"/>
            <a:lumOff val="0"/>
            <a:alphaOff val="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spcFirstLastPara="0" vert="horz" wrap="square" lIns="4445" tIns="4445" rIns="4445" bIns="4445" numCol="1" spcCol="1270" anchor="ctr" anchorCtr="0"/>
        <a:lstStyle/>
        <a:p>
          <a:pPr>
            <a:buFont typeface="+mj-lt"/>
            <a:buAutoNum type="alphaLcPeriod"/>
          </a:pPr>
          <a:r>
            <a:rPr lang="en-US" sz="400" kern="1200" dirty="0"/>
            <a:t>Product </a:t>
          </a:r>
          <a:br>
            <a:rPr lang="en-US" sz="400" kern="1200" dirty="0"/>
          </a:br>
          <a:r>
            <a:rPr lang="en-US" sz="400" kern="1200" dirty="0">
              <a:solidFill>
                <a:prstClr val="white"/>
              </a:solidFill>
              <a:latin typeface="Calibri" panose="020F0502020204030204"/>
              <a:ea typeface="+mn-ea"/>
              <a:cs typeface="+mn-cs"/>
            </a:rPr>
            <a:t>Management</a:t>
          </a:r>
          <a:endParaRPr lang="en-US" sz="700" kern="1200" dirty="0">
            <a:solidFill>
              <a:prstClr val="white"/>
            </a:solidFill>
            <a:latin typeface="Calibri" panose="020F0502020204030204"/>
            <a:ea typeface="+mn-ea"/>
            <a:cs typeface="+mn-cs"/>
          </a:endParaRPr>
        </a:p>
      </dgm:t>
    </dgm:pt>
    <dgm:pt modelId="{2B519B5E-E496-445C-832B-B853FF008CBC}" type="parTrans" cxnId="{509774FC-C361-4C07-B369-322AEB2501B6}">
      <dgm:prSet/>
      <dgm:spPr/>
      <dgm:t>
        <a:bodyPr/>
        <a:lstStyle/>
        <a:p>
          <a:endParaRPr lang="en-US" sz="700"/>
        </a:p>
      </dgm:t>
    </dgm:pt>
    <dgm:pt modelId="{74F6156A-8226-44BC-AFC4-B57E71584F12}" type="sibTrans" cxnId="{509774FC-C361-4C07-B369-322AEB2501B6}">
      <dgm:prSet/>
      <dgm:spPr/>
      <dgm:t>
        <a:bodyPr/>
        <a:lstStyle/>
        <a:p>
          <a:endParaRPr lang="en-US" sz="700"/>
        </a:p>
      </dgm:t>
    </dgm:pt>
    <dgm:pt modelId="{0EBA61D8-AB50-4C8C-BFDA-5E7EE47FDCB9}">
      <dgm:prSet custT="1"/>
      <dgm:spPr>
        <a:solidFill>
          <a:schemeClr val="accent5">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sz="300" dirty="0"/>
            <a:t>Field Support</a:t>
          </a:r>
        </a:p>
      </dgm:t>
    </dgm:pt>
    <dgm:pt modelId="{1A994F0A-A6BE-400A-9131-B2E7FCDD429D}" type="parTrans" cxnId="{8E8C5F19-86BD-4477-9E90-874731A8EDA9}">
      <dgm:prSet/>
      <dgm:spPr/>
      <dgm:t>
        <a:bodyPr/>
        <a:lstStyle/>
        <a:p>
          <a:endParaRPr lang="en-US" sz="700"/>
        </a:p>
      </dgm:t>
    </dgm:pt>
    <dgm:pt modelId="{BD9F05A7-ADBE-4DC8-9C09-D52B4F7EC4AD}" type="sibTrans" cxnId="{8E8C5F19-86BD-4477-9E90-874731A8EDA9}">
      <dgm:prSet/>
      <dgm:spPr/>
      <dgm:t>
        <a:bodyPr/>
        <a:lstStyle/>
        <a:p>
          <a:endParaRPr lang="en-US" sz="700"/>
        </a:p>
      </dgm:t>
    </dgm:pt>
    <dgm:pt modelId="{1AFD94F9-AF1C-43F6-BA4C-C169B65D78BF}" type="pres">
      <dgm:prSet presAssocID="{A03AF617-6F11-4D26-981B-DC8648DD7156}" presName="hierChild1" presStyleCnt="0">
        <dgm:presLayoutVars>
          <dgm:orgChart val="1"/>
          <dgm:chPref val="1"/>
          <dgm:dir/>
          <dgm:animOne val="branch"/>
          <dgm:animLvl val="lvl"/>
          <dgm:resizeHandles/>
        </dgm:presLayoutVars>
      </dgm:prSet>
      <dgm:spPr/>
      <dgm:t>
        <a:bodyPr/>
        <a:lstStyle/>
        <a:p>
          <a:endParaRPr lang="en-US"/>
        </a:p>
      </dgm:t>
    </dgm:pt>
    <dgm:pt modelId="{872E1B28-1276-4881-BA43-28793E42857E}" type="pres">
      <dgm:prSet presAssocID="{C6814C33-8955-4880-8E19-F3FEEE4E71EF}" presName="hierRoot1" presStyleCnt="0">
        <dgm:presLayoutVars>
          <dgm:hierBranch val="init"/>
        </dgm:presLayoutVars>
      </dgm:prSet>
      <dgm:spPr/>
    </dgm:pt>
    <dgm:pt modelId="{97AC8A46-C336-450D-B2D8-C94155A55667}" type="pres">
      <dgm:prSet presAssocID="{C6814C33-8955-4880-8E19-F3FEEE4E71EF}" presName="rootComposite1" presStyleCnt="0"/>
      <dgm:spPr/>
    </dgm:pt>
    <dgm:pt modelId="{AE2812BD-0E60-4C0C-9F92-41064E158913}" type="pres">
      <dgm:prSet presAssocID="{C6814C33-8955-4880-8E19-F3FEEE4E71EF}" presName="rootText1" presStyleLbl="node0" presStyleIdx="0" presStyleCnt="1">
        <dgm:presLayoutVars>
          <dgm:chPref val="3"/>
        </dgm:presLayoutVars>
      </dgm:prSet>
      <dgm:spPr/>
      <dgm:t>
        <a:bodyPr/>
        <a:lstStyle/>
        <a:p>
          <a:endParaRPr lang="en-US"/>
        </a:p>
      </dgm:t>
    </dgm:pt>
    <dgm:pt modelId="{7C100102-DED9-43D0-B71A-C85DDCD5FF69}" type="pres">
      <dgm:prSet presAssocID="{C6814C33-8955-4880-8E19-F3FEEE4E71EF}" presName="rootConnector1" presStyleLbl="node1" presStyleIdx="0" presStyleCnt="0"/>
      <dgm:spPr/>
      <dgm:t>
        <a:bodyPr/>
        <a:lstStyle/>
        <a:p>
          <a:endParaRPr lang="en-US"/>
        </a:p>
      </dgm:t>
    </dgm:pt>
    <dgm:pt modelId="{A8031BF4-384C-40C1-9357-10F83AD7FCC5}" type="pres">
      <dgm:prSet presAssocID="{C6814C33-8955-4880-8E19-F3FEEE4E71EF}" presName="hierChild2" presStyleCnt="0"/>
      <dgm:spPr/>
    </dgm:pt>
    <dgm:pt modelId="{AE181AD7-BBB7-4546-A400-199AA3F37277}" type="pres">
      <dgm:prSet presAssocID="{8F67A094-A107-4935-A6E7-8B2CEDDA9931}" presName="Name37" presStyleLbl="parChTrans1D2" presStyleIdx="0" presStyleCnt="4"/>
      <dgm:spPr/>
      <dgm:t>
        <a:bodyPr/>
        <a:lstStyle/>
        <a:p>
          <a:endParaRPr lang="en-US"/>
        </a:p>
      </dgm:t>
    </dgm:pt>
    <dgm:pt modelId="{42E0563E-0E8D-4B92-B534-DFAFEB2525E7}" type="pres">
      <dgm:prSet presAssocID="{5A40E443-C7C0-4D92-8A70-9019F2CAB6E8}" presName="hierRoot2" presStyleCnt="0">
        <dgm:presLayoutVars>
          <dgm:hierBranch val="init"/>
        </dgm:presLayoutVars>
      </dgm:prSet>
      <dgm:spPr/>
    </dgm:pt>
    <dgm:pt modelId="{CBF41092-6D80-4C80-9307-C1608ACB71B4}" type="pres">
      <dgm:prSet presAssocID="{5A40E443-C7C0-4D92-8A70-9019F2CAB6E8}" presName="rootComposite" presStyleCnt="0"/>
      <dgm:spPr/>
    </dgm:pt>
    <dgm:pt modelId="{4FCCD477-00EF-4653-A9A1-764D2B973A2A}" type="pres">
      <dgm:prSet presAssocID="{5A40E443-C7C0-4D92-8A70-9019F2CAB6E8}" presName="rootText" presStyleLbl="node2" presStyleIdx="0" presStyleCnt="3">
        <dgm:presLayoutVars>
          <dgm:chPref val="3"/>
        </dgm:presLayoutVars>
      </dgm:prSet>
      <dgm:spPr>
        <a:xfrm>
          <a:off x="175791" y="443938"/>
          <a:ext cx="312574" cy="156287"/>
        </a:xfrm>
        <a:prstGeom prst="rect">
          <a:avLst/>
        </a:prstGeom>
      </dgm:spPr>
      <dgm:t>
        <a:bodyPr/>
        <a:lstStyle/>
        <a:p>
          <a:endParaRPr lang="en-US"/>
        </a:p>
      </dgm:t>
    </dgm:pt>
    <dgm:pt modelId="{58A883B6-58BE-4040-BE89-736366E3C60D}" type="pres">
      <dgm:prSet presAssocID="{5A40E443-C7C0-4D92-8A70-9019F2CAB6E8}" presName="rootConnector" presStyleLbl="node2" presStyleIdx="0" presStyleCnt="3"/>
      <dgm:spPr/>
      <dgm:t>
        <a:bodyPr/>
        <a:lstStyle/>
        <a:p>
          <a:endParaRPr lang="en-US"/>
        </a:p>
      </dgm:t>
    </dgm:pt>
    <dgm:pt modelId="{065CB90E-6EFB-402C-B2E5-5D2C3E29A2E7}" type="pres">
      <dgm:prSet presAssocID="{5A40E443-C7C0-4D92-8A70-9019F2CAB6E8}" presName="hierChild4" presStyleCnt="0"/>
      <dgm:spPr/>
    </dgm:pt>
    <dgm:pt modelId="{455D684F-8923-4BE0-A7DD-C73EFE85985A}" type="pres">
      <dgm:prSet presAssocID="{5A40E443-C7C0-4D92-8A70-9019F2CAB6E8}" presName="hierChild5" presStyleCnt="0"/>
      <dgm:spPr/>
    </dgm:pt>
    <dgm:pt modelId="{50C30AF6-B81C-4288-BB65-0261022B4804}" type="pres">
      <dgm:prSet presAssocID="{2B519B5E-E496-445C-832B-B853FF008CBC}" presName="Name37" presStyleLbl="parChTrans1D2" presStyleIdx="1" presStyleCnt="4"/>
      <dgm:spPr/>
      <dgm:t>
        <a:bodyPr/>
        <a:lstStyle/>
        <a:p>
          <a:endParaRPr lang="en-US"/>
        </a:p>
      </dgm:t>
    </dgm:pt>
    <dgm:pt modelId="{7E29B62A-A3FB-46D3-B6F2-330755FA9874}" type="pres">
      <dgm:prSet presAssocID="{7AE86B23-846A-437C-A944-3ACCCFADD6EE}" presName="hierRoot2" presStyleCnt="0">
        <dgm:presLayoutVars>
          <dgm:hierBranch val="init"/>
        </dgm:presLayoutVars>
      </dgm:prSet>
      <dgm:spPr/>
    </dgm:pt>
    <dgm:pt modelId="{F5CDF9DB-B4F1-458A-9E41-199263F2C7F6}" type="pres">
      <dgm:prSet presAssocID="{7AE86B23-846A-437C-A944-3ACCCFADD6EE}" presName="rootComposite" presStyleCnt="0"/>
      <dgm:spPr/>
    </dgm:pt>
    <dgm:pt modelId="{83F9B8C6-5598-4A71-B93B-2180FE773A0C}" type="pres">
      <dgm:prSet presAssocID="{7AE86B23-846A-437C-A944-3ACCCFADD6EE}" presName="rootText" presStyleLbl="node2" presStyleIdx="1" presStyleCnt="3">
        <dgm:presLayoutVars>
          <dgm:chPref val="3"/>
        </dgm:presLayoutVars>
      </dgm:prSet>
      <dgm:spPr>
        <a:xfrm>
          <a:off x="554006" y="443938"/>
          <a:ext cx="312574" cy="156287"/>
        </a:xfrm>
        <a:prstGeom prst="rect">
          <a:avLst/>
        </a:prstGeom>
      </dgm:spPr>
      <dgm:t>
        <a:bodyPr/>
        <a:lstStyle/>
        <a:p>
          <a:endParaRPr lang="en-US"/>
        </a:p>
      </dgm:t>
    </dgm:pt>
    <dgm:pt modelId="{F7EEA5CF-6382-44DC-8BF3-A442ED492611}" type="pres">
      <dgm:prSet presAssocID="{7AE86B23-846A-437C-A944-3ACCCFADD6EE}" presName="rootConnector" presStyleLbl="node2" presStyleIdx="1" presStyleCnt="3"/>
      <dgm:spPr/>
      <dgm:t>
        <a:bodyPr/>
        <a:lstStyle/>
        <a:p>
          <a:endParaRPr lang="en-US"/>
        </a:p>
      </dgm:t>
    </dgm:pt>
    <dgm:pt modelId="{5365DFD4-071B-4E56-8DB8-9FC2B8E10DFF}" type="pres">
      <dgm:prSet presAssocID="{7AE86B23-846A-437C-A944-3ACCCFADD6EE}" presName="hierChild4" presStyleCnt="0"/>
      <dgm:spPr/>
    </dgm:pt>
    <dgm:pt modelId="{01C5EA28-8557-4428-9D8A-F2F665BBE2E0}" type="pres">
      <dgm:prSet presAssocID="{7AE86B23-846A-437C-A944-3ACCCFADD6EE}" presName="hierChild5" presStyleCnt="0"/>
      <dgm:spPr/>
    </dgm:pt>
    <dgm:pt modelId="{BCFC46AA-A200-437F-85BD-18150829FBC4}" type="pres">
      <dgm:prSet presAssocID="{1A994F0A-A6BE-400A-9131-B2E7FCDD429D}" presName="Name37" presStyleLbl="parChTrans1D2" presStyleIdx="2" presStyleCnt="4"/>
      <dgm:spPr/>
      <dgm:t>
        <a:bodyPr/>
        <a:lstStyle/>
        <a:p>
          <a:endParaRPr lang="en-US"/>
        </a:p>
      </dgm:t>
    </dgm:pt>
    <dgm:pt modelId="{E5E6AC2E-568C-4B97-93F8-DE4881AEA3EC}" type="pres">
      <dgm:prSet presAssocID="{0EBA61D8-AB50-4C8C-BFDA-5E7EE47FDCB9}" presName="hierRoot2" presStyleCnt="0">
        <dgm:presLayoutVars>
          <dgm:hierBranch val="init"/>
        </dgm:presLayoutVars>
      </dgm:prSet>
      <dgm:spPr/>
    </dgm:pt>
    <dgm:pt modelId="{D056FD07-6B39-40F7-8157-8A4E40E71BE7}" type="pres">
      <dgm:prSet presAssocID="{0EBA61D8-AB50-4C8C-BFDA-5E7EE47FDCB9}" presName="rootComposite" presStyleCnt="0"/>
      <dgm:spPr/>
    </dgm:pt>
    <dgm:pt modelId="{B8B5EA46-5A89-4445-94AA-870576DF2BE5}" type="pres">
      <dgm:prSet presAssocID="{0EBA61D8-AB50-4C8C-BFDA-5E7EE47FDCB9}" presName="rootText" presStyleLbl="node2" presStyleIdx="2" presStyleCnt="3">
        <dgm:presLayoutVars>
          <dgm:chPref val="3"/>
        </dgm:presLayoutVars>
      </dgm:prSet>
      <dgm:spPr/>
      <dgm:t>
        <a:bodyPr/>
        <a:lstStyle/>
        <a:p>
          <a:endParaRPr lang="en-US"/>
        </a:p>
      </dgm:t>
    </dgm:pt>
    <dgm:pt modelId="{FCAD5005-295D-4A9C-81BC-BFC2265DBDAC}" type="pres">
      <dgm:prSet presAssocID="{0EBA61D8-AB50-4C8C-BFDA-5E7EE47FDCB9}" presName="rootConnector" presStyleLbl="node2" presStyleIdx="2" presStyleCnt="3"/>
      <dgm:spPr/>
      <dgm:t>
        <a:bodyPr/>
        <a:lstStyle/>
        <a:p>
          <a:endParaRPr lang="en-US"/>
        </a:p>
      </dgm:t>
    </dgm:pt>
    <dgm:pt modelId="{F9DD7DDD-5DA1-4759-8BAE-91E157E41032}" type="pres">
      <dgm:prSet presAssocID="{0EBA61D8-AB50-4C8C-BFDA-5E7EE47FDCB9}" presName="hierChild4" presStyleCnt="0"/>
      <dgm:spPr/>
    </dgm:pt>
    <dgm:pt modelId="{A75163D5-7F09-4E9D-BC5C-A7D576360A89}" type="pres">
      <dgm:prSet presAssocID="{0EBA61D8-AB50-4C8C-BFDA-5E7EE47FDCB9}" presName="hierChild5" presStyleCnt="0"/>
      <dgm:spPr/>
    </dgm:pt>
    <dgm:pt modelId="{91E1F3A3-8FED-42D6-B209-BD95BF5A87AD}" type="pres">
      <dgm:prSet presAssocID="{C6814C33-8955-4880-8E19-F3FEEE4E71EF}" presName="hierChild3" presStyleCnt="0"/>
      <dgm:spPr/>
    </dgm:pt>
    <dgm:pt modelId="{00CA85F7-5FB0-4DCF-A630-522466AD3D89}" type="pres">
      <dgm:prSet presAssocID="{729257DA-4481-425D-A548-56A26F736C3D}" presName="Name111" presStyleLbl="parChTrans1D2" presStyleIdx="3" presStyleCnt="4"/>
      <dgm:spPr/>
      <dgm:t>
        <a:bodyPr/>
        <a:lstStyle/>
        <a:p>
          <a:endParaRPr lang="en-US"/>
        </a:p>
      </dgm:t>
    </dgm:pt>
    <dgm:pt modelId="{9300AC77-661A-4427-8428-53D41A093E91}" type="pres">
      <dgm:prSet presAssocID="{37451F65-2F9B-45AF-9FE6-C0DA319C7043}" presName="hierRoot3" presStyleCnt="0">
        <dgm:presLayoutVars>
          <dgm:hierBranch val="init"/>
        </dgm:presLayoutVars>
      </dgm:prSet>
      <dgm:spPr/>
    </dgm:pt>
    <dgm:pt modelId="{3A90BA6A-0DA1-425A-A8C1-30BDDF725EB3}" type="pres">
      <dgm:prSet presAssocID="{37451F65-2F9B-45AF-9FE6-C0DA319C7043}" presName="rootComposite3" presStyleCnt="0"/>
      <dgm:spPr/>
    </dgm:pt>
    <dgm:pt modelId="{9F039A72-1BAA-4E34-A0C6-A2780E69889D}" type="pres">
      <dgm:prSet presAssocID="{37451F65-2F9B-45AF-9FE6-C0DA319C7043}" presName="rootText3" presStyleLbl="asst1" presStyleIdx="0" presStyleCnt="1" custLinFactX="29827" custLinFactNeighborX="100000">
        <dgm:presLayoutVars>
          <dgm:chPref val="3"/>
        </dgm:presLayoutVars>
      </dgm:prSet>
      <dgm:spPr/>
      <dgm:t>
        <a:bodyPr/>
        <a:lstStyle/>
        <a:p>
          <a:endParaRPr lang="en-US"/>
        </a:p>
      </dgm:t>
    </dgm:pt>
    <dgm:pt modelId="{24103CC5-5E9E-4325-9509-BD4E4140317A}" type="pres">
      <dgm:prSet presAssocID="{37451F65-2F9B-45AF-9FE6-C0DA319C7043}" presName="rootConnector3" presStyleLbl="asst1" presStyleIdx="0" presStyleCnt="1"/>
      <dgm:spPr/>
      <dgm:t>
        <a:bodyPr/>
        <a:lstStyle/>
        <a:p>
          <a:endParaRPr lang="en-US"/>
        </a:p>
      </dgm:t>
    </dgm:pt>
    <dgm:pt modelId="{5682BDCA-A39F-4E3F-B7D8-15A5BA92CD9B}" type="pres">
      <dgm:prSet presAssocID="{37451F65-2F9B-45AF-9FE6-C0DA319C7043}" presName="hierChild6" presStyleCnt="0"/>
      <dgm:spPr/>
    </dgm:pt>
    <dgm:pt modelId="{3423003F-3E3A-4C07-B551-A64F5DABBDC3}" type="pres">
      <dgm:prSet presAssocID="{37451F65-2F9B-45AF-9FE6-C0DA319C7043}" presName="hierChild7" presStyleCnt="0"/>
      <dgm:spPr/>
    </dgm:pt>
  </dgm:ptLst>
  <dgm:cxnLst>
    <dgm:cxn modelId="{2604F5B1-B0CC-4DD1-A173-B1BA443257DF}" type="presOf" srcId="{0EBA61D8-AB50-4C8C-BFDA-5E7EE47FDCB9}" destId="{FCAD5005-295D-4A9C-81BC-BFC2265DBDAC}" srcOrd="1" destOrd="0" presId="urn:microsoft.com/office/officeart/2005/8/layout/orgChart1"/>
    <dgm:cxn modelId="{89EA70B0-CBE2-49DC-9AD7-9126278255AA}" type="presOf" srcId="{C6814C33-8955-4880-8E19-F3FEEE4E71EF}" destId="{AE2812BD-0E60-4C0C-9F92-41064E158913}" srcOrd="0" destOrd="0" presId="urn:microsoft.com/office/officeart/2005/8/layout/orgChart1"/>
    <dgm:cxn modelId="{EF0F4833-A059-4397-9FC4-49BFBF9986F1}" srcId="{C6814C33-8955-4880-8E19-F3FEEE4E71EF}" destId="{37451F65-2F9B-45AF-9FE6-C0DA319C7043}" srcOrd="0" destOrd="0" parTransId="{729257DA-4481-425D-A548-56A26F736C3D}" sibTransId="{2F178D00-D21B-4E23-AC2E-C1864436A6B0}"/>
    <dgm:cxn modelId="{70D07E2D-9DCF-4540-9934-16C588409274}" type="presOf" srcId="{5A40E443-C7C0-4D92-8A70-9019F2CAB6E8}" destId="{4FCCD477-00EF-4653-A9A1-764D2B973A2A}" srcOrd="0" destOrd="0" presId="urn:microsoft.com/office/officeart/2005/8/layout/orgChart1"/>
    <dgm:cxn modelId="{389883C3-ADCB-4A66-AE64-7FDE8FCDE339}" srcId="{A03AF617-6F11-4D26-981B-DC8648DD7156}" destId="{C6814C33-8955-4880-8E19-F3FEEE4E71EF}" srcOrd="0" destOrd="0" parTransId="{6878857C-5EC5-44D1-9C7E-E563E633770F}" sibTransId="{0E4A8D6A-36E7-41A8-9171-0E6789D971AB}"/>
    <dgm:cxn modelId="{7C75A240-37D7-4708-9F99-2ABF0A455A35}" type="presOf" srcId="{37451F65-2F9B-45AF-9FE6-C0DA319C7043}" destId="{24103CC5-5E9E-4325-9509-BD4E4140317A}" srcOrd="1" destOrd="0" presId="urn:microsoft.com/office/officeart/2005/8/layout/orgChart1"/>
    <dgm:cxn modelId="{B4FC0A74-951C-46E7-8C33-43518825D3EB}" type="presOf" srcId="{8F67A094-A107-4935-A6E7-8B2CEDDA9931}" destId="{AE181AD7-BBB7-4546-A400-199AA3F37277}" srcOrd="0" destOrd="0" presId="urn:microsoft.com/office/officeart/2005/8/layout/orgChart1"/>
    <dgm:cxn modelId="{0E195AAF-6424-4365-BD7E-2BDCA6FCFAEC}" type="presOf" srcId="{1A994F0A-A6BE-400A-9131-B2E7FCDD429D}" destId="{BCFC46AA-A200-437F-85BD-18150829FBC4}" srcOrd="0" destOrd="0" presId="urn:microsoft.com/office/officeart/2005/8/layout/orgChart1"/>
    <dgm:cxn modelId="{6D14C2DF-7078-42BE-A5A7-E74447881187}" type="presOf" srcId="{5A40E443-C7C0-4D92-8A70-9019F2CAB6E8}" destId="{58A883B6-58BE-4040-BE89-736366E3C60D}" srcOrd="1" destOrd="0" presId="urn:microsoft.com/office/officeart/2005/8/layout/orgChart1"/>
    <dgm:cxn modelId="{509774FC-C361-4C07-B369-322AEB2501B6}" srcId="{C6814C33-8955-4880-8E19-F3FEEE4E71EF}" destId="{7AE86B23-846A-437C-A944-3ACCCFADD6EE}" srcOrd="2" destOrd="0" parTransId="{2B519B5E-E496-445C-832B-B853FF008CBC}" sibTransId="{74F6156A-8226-44BC-AFC4-B57E71584F12}"/>
    <dgm:cxn modelId="{8059EE93-114B-4A6C-804A-82E17834B72A}" type="presOf" srcId="{7AE86B23-846A-437C-A944-3ACCCFADD6EE}" destId="{83F9B8C6-5598-4A71-B93B-2180FE773A0C}" srcOrd="0" destOrd="0" presId="urn:microsoft.com/office/officeart/2005/8/layout/orgChart1"/>
    <dgm:cxn modelId="{8D2FD29E-0787-4F4D-8982-12F76B39667B}" srcId="{C6814C33-8955-4880-8E19-F3FEEE4E71EF}" destId="{5A40E443-C7C0-4D92-8A70-9019F2CAB6E8}" srcOrd="1" destOrd="0" parTransId="{8F67A094-A107-4935-A6E7-8B2CEDDA9931}" sibTransId="{03D06833-3FBF-4C52-8CF4-64B2F05C4D40}"/>
    <dgm:cxn modelId="{114EFAD4-0AE8-44F3-B619-B637F879F4C2}" type="presOf" srcId="{A03AF617-6F11-4D26-981B-DC8648DD7156}" destId="{1AFD94F9-AF1C-43F6-BA4C-C169B65D78BF}" srcOrd="0" destOrd="0" presId="urn:microsoft.com/office/officeart/2005/8/layout/orgChart1"/>
    <dgm:cxn modelId="{9B5F105E-4724-4285-9B21-B52FEBF1DF63}" type="presOf" srcId="{2B519B5E-E496-445C-832B-B853FF008CBC}" destId="{50C30AF6-B81C-4288-BB65-0261022B4804}" srcOrd="0" destOrd="0" presId="urn:microsoft.com/office/officeart/2005/8/layout/orgChart1"/>
    <dgm:cxn modelId="{BEF85409-06B7-4203-8CB8-23D1F86732A4}" type="presOf" srcId="{729257DA-4481-425D-A548-56A26F736C3D}" destId="{00CA85F7-5FB0-4DCF-A630-522466AD3D89}" srcOrd="0" destOrd="0" presId="urn:microsoft.com/office/officeart/2005/8/layout/orgChart1"/>
    <dgm:cxn modelId="{10035973-34B8-46E6-9C46-BA2BB7CA60B1}" type="presOf" srcId="{0EBA61D8-AB50-4C8C-BFDA-5E7EE47FDCB9}" destId="{B8B5EA46-5A89-4445-94AA-870576DF2BE5}" srcOrd="0" destOrd="0" presId="urn:microsoft.com/office/officeart/2005/8/layout/orgChart1"/>
    <dgm:cxn modelId="{4DAE66C0-B69B-4DB8-A0E3-F0836703681B}" type="presOf" srcId="{37451F65-2F9B-45AF-9FE6-C0DA319C7043}" destId="{9F039A72-1BAA-4E34-A0C6-A2780E69889D}" srcOrd="0" destOrd="0" presId="urn:microsoft.com/office/officeart/2005/8/layout/orgChart1"/>
    <dgm:cxn modelId="{37C4D028-7263-4A19-9415-4F756F6AD4E0}" type="presOf" srcId="{C6814C33-8955-4880-8E19-F3FEEE4E71EF}" destId="{7C100102-DED9-43D0-B71A-C85DDCD5FF69}" srcOrd="1" destOrd="0" presId="urn:microsoft.com/office/officeart/2005/8/layout/orgChart1"/>
    <dgm:cxn modelId="{8E8C5F19-86BD-4477-9E90-874731A8EDA9}" srcId="{C6814C33-8955-4880-8E19-F3FEEE4E71EF}" destId="{0EBA61D8-AB50-4C8C-BFDA-5E7EE47FDCB9}" srcOrd="3" destOrd="0" parTransId="{1A994F0A-A6BE-400A-9131-B2E7FCDD429D}" sibTransId="{BD9F05A7-ADBE-4DC8-9C09-D52B4F7EC4AD}"/>
    <dgm:cxn modelId="{40C9A053-DC67-4239-AD24-59207DF1A728}" type="presOf" srcId="{7AE86B23-846A-437C-A944-3ACCCFADD6EE}" destId="{F7EEA5CF-6382-44DC-8BF3-A442ED492611}" srcOrd="1" destOrd="0" presId="urn:microsoft.com/office/officeart/2005/8/layout/orgChart1"/>
    <dgm:cxn modelId="{93F8D004-C71E-4737-BC0E-018EE9A21689}" type="presParOf" srcId="{1AFD94F9-AF1C-43F6-BA4C-C169B65D78BF}" destId="{872E1B28-1276-4881-BA43-28793E42857E}" srcOrd="0" destOrd="0" presId="urn:microsoft.com/office/officeart/2005/8/layout/orgChart1"/>
    <dgm:cxn modelId="{6049BEF5-77E4-4B8C-9EBF-D214D6C74B11}" type="presParOf" srcId="{872E1B28-1276-4881-BA43-28793E42857E}" destId="{97AC8A46-C336-450D-B2D8-C94155A55667}" srcOrd="0" destOrd="0" presId="urn:microsoft.com/office/officeart/2005/8/layout/orgChart1"/>
    <dgm:cxn modelId="{FB813773-2CCC-4169-BB33-FB3B4F45F3E8}" type="presParOf" srcId="{97AC8A46-C336-450D-B2D8-C94155A55667}" destId="{AE2812BD-0E60-4C0C-9F92-41064E158913}" srcOrd="0" destOrd="0" presId="urn:microsoft.com/office/officeart/2005/8/layout/orgChart1"/>
    <dgm:cxn modelId="{E3FE835C-7613-4EBF-B252-BD498A491E8F}" type="presParOf" srcId="{97AC8A46-C336-450D-B2D8-C94155A55667}" destId="{7C100102-DED9-43D0-B71A-C85DDCD5FF69}" srcOrd="1" destOrd="0" presId="urn:microsoft.com/office/officeart/2005/8/layout/orgChart1"/>
    <dgm:cxn modelId="{AC187496-2A62-4DA1-B3FB-90F8F569987B}" type="presParOf" srcId="{872E1B28-1276-4881-BA43-28793E42857E}" destId="{A8031BF4-384C-40C1-9357-10F83AD7FCC5}" srcOrd="1" destOrd="0" presId="urn:microsoft.com/office/officeart/2005/8/layout/orgChart1"/>
    <dgm:cxn modelId="{A1B516D5-CA55-4279-9248-8A3BE3A9D6B2}" type="presParOf" srcId="{A8031BF4-384C-40C1-9357-10F83AD7FCC5}" destId="{AE181AD7-BBB7-4546-A400-199AA3F37277}" srcOrd="0" destOrd="0" presId="urn:microsoft.com/office/officeart/2005/8/layout/orgChart1"/>
    <dgm:cxn modelId="{C99F7A16-8797-444F-B2A7-E71C2C03F094}" type="presParOf" srcId="{A8031BF4-384C-40C1-9357-10F83AD7FCC5}" destId="{42E0563E-0E8D-4B92-B534-DFAFEB2525E7}" srcOrd="1" destOrd="0" presId="urn:microsoft.com/office/officeart/2005/8/layout/orgChart1"/>
    <dgm:cxn modelId="{07E2D702-6755-4B6F-8C2C-691FAC176A71}" type="presParOf" srcId="{42E0563E-0E8D-4B92-B534-DFAFEB2525E7}" destId="{CBF41092-6D80-4C80-9307-C1608ACB71B4}" srcOrd="0" destOrd="0" presId="urn:microsoft.com/office/officeart/2005/8/layout/orgChart1"/>
    <dgm:cxn modelId="{633616C3-65A4-4FAB-9C95-2BFD80A27E72}" type="presParOf" srcId="{CBF41092-6D80-4C80-9307-C1608ACB71B4}" destId="{4FCCD477-00EF-4653-A9A1-764D2B973A2A}" srcOrd="0" destOrd="0" presId="urn:microsoft.com/office/officeart/2005/8/layout/orgChart1"/>
    <dgm:cxn modelId="{394BF7F5-3DD3-4959-AC4E-D19C5B54D91C}" type="presParOf" srcId="{CBF41092-6D80-4C80-9307-C1608ACB71B4}" destId="{58A883B6-58BE-4040-BE89-736366E3C60D}" srcOrd="1" destOrd="0" presId="urn:microsoft.com/office/officeart/2005/8/layout/orgChart1"/>
    <dgm:cxn modelId="{0501DD54-39E1-4357-99F6-F846A59D32B4}" type="presParOf" srcId="{42E0563E-0E8D-4B92-B534-DFAFEB2525E7}" destId="{065CB90E-6EFB-402C-B2E5-5D2C3E29A2E7}" srcOrd="1" destOrd="0" presId="urn:microsoft.com/office/officeart/2005/8/layout/orgChart1"/>
    <dgm:cxn modelId="{B6AE39C4-6B86-4230-9331-B1DA0543F761}" type="presParOf" srcId="{42E0563E-0E8D-4B92-B534-DFAFEB2525E7}" destId="{455D684F-8923-4BE0-A7DD-C73EFE85985A}" srcOrd="2" destOrd="0" presId="urn:microsoft.com/office/officeart/2005/8/layout/orgChart1"/>
    <dgm:cxn modelId="{C5B125FB-2734-42B7-93AC-E563786712FF}" type="presParOf" srcId="{A8031BF4-384C-40C1-9357-10F83AD7FCC5}" destId="{50C30AF6-B81C-4288-BB65-0261022B4804}" srcOrd="2" destOrd="0" presId="urn:microsoft.com/office/officeart/2005/8/layout/orgChart1"/>
    <dgm:cxn modelId="{52E68C06-4B3D-4BC4-8D8E-245B2979AA47}" type="presParOf" srcId="{A8031BF4-384C-40C1-9357-10F83AD7FCC5}" destId="{7E29B62A-A3FB-46D3-B6F2-330755FA9874}" srcOrd="3" destOrd="0" presId="urn:microsoft.com/office/officeart/2005/8/layout/orgChart1"/>
    <dgm:cxn modelId="{93267A47-8369-4F11-AC06-766F6320E305}" type="presParOf" srcId="{7E29B62A-A3FB-46D3-B6F2-330755FA9874}" destId="{F5CDF9DB-B4F1-458A-9E41-199263F2C7F6}" srcOrd="0" destOrd="0" presId="urn:microsoft.com/office/officeart/2005/8/layout/orgChart1"/>
    <dgm:cxn modelId="{C8F667AE-FF34-40DD-B122-6BBFEA17771F}" type="presParOf" srcId="{F5CDF9DB-B4F1-458A-9E41-199263F2C7F6}" destId="{83F9B8C6-5598-4A71-B93B-2180FE773A0C}" srcOrd="0" destOrd="0" presId="urn:microsoft.com/office/officeart/2005/8/layout/orgChart1"/>
    <dgm:cxn modelId="{EA2790E0-644F-41F6-895F-C6F065F01174}" type="presParOf" srcId="{F5CDF9DB-B4F1-458A-9E41-199263F2C7F6}" destId="{F7EEA5CF-6382-44DC-8BF3-A442ED492611}" srcOrd="1" destOrd="0" presId="urn:microsoft.com/office/officeart/2005/8/layout/orgChart1"/>
    <dgm:cxn modelId="{71747B8C-10D4-43A9-90E1-329310F57021}" type="presParOf" srcId="{7E29B62A-A3FB-46D3-B6F2-330755FA9874}" destId="{5365DFD4-071B-4E56-8DB8-9FC2B8E10DFF}" srcOrd="1" destOrd="0" presId="urn:microsoft.com/office/officeart/2005/8/layout/orgChart1"/>
    <dgm:cxn modelId="{1BB739AF-2012-49E7-B20D-FCE3B1A022FB}" type="presParOf" srcId="{7E29B62A-A3FB-46D3-B6F2-330755FA9874}" destId="{01C5EA28-8557-4428-9D8A-F2F665BBE2E0}" srcOrd="2" destOrd="0" presId="urn:microsoft.com/office/officeart/2005/8/layout/orgChart1"/>
    <dgm:cxn modelId="{CFDF0B73-46F6-45FF-AF20-6DA6638AD31C}" type="presParOf" srcId="{A8031BF4-384C-40C1-9357-10F83AD7FCC5}" destId="{BCFC46AA-A200-437F-85BD-18150829FBC4}" srcOrd="4" destOrd="0" presId="urn:microsoft.com/office/officeart/2005/8/layout/orgChart1"/>
    <dgm:cxn modelId="{C4474F1E-53AF-4B62-8E5C-4311A2AA4D05}" type="presParOf" srcId="{A8031BF4-384C-40C1-9357-10F83AD7FCC5}" destId="{E5E6AC2E-568C-4B97-93F8-DE4881AEA3EC}" srcOrd="5" destOrd="0" presId="urn:microsoft.com/office/officeart/2005/8/layout/orgChart1"/>
    <dgm:cxn modelId="{72843F5C-5D3E-409D-BFE6-73ADCD2ACDB5}" type="presParOf" srcId="{E5E6AC2E-568C-4B97-93F8-DE4881AEA3EC}" destId="{D056FD07-6B39-40F7-8157-8A4E40E71BE7}" srcOrd="0" destOrd="0" presId="urn:microsoft.com/office/officeart/2005/8/layout/orgChart1"/>
    <dgm:cxn modelId="{DF7ADFB4-14EB-41CB-9BBA-E49044473D46}" type="presParOf" srcId="{D056FD07-6B39-40F7-8157-8A4E40E71BE7}" destId="{B8B5EA46-5A89-4445-94AA-870576DF2BE5}" srcOrd="0" destOrd="0" presId="urn:microsoft.com/office/officeart/2005/8/layout/orgChart1"/>
    <dgm:cxn modelId="{B79988F4-C2C9-4867-8E15-777BE32FBEE0}" type="presParOf" srcId="{D056FD07-6B39-40F7-8157-8A4E40E71BE7}" destId="{FCAD5005-295D-4A9C-81BC-BFC2265DBDAC}" srcOrd="1" destOrd="0" presId="urn:microsoft.com/office/officeart/2005/8/layout/orgChart1"/>
    <dgm:cxn modelId="{0F766066-476C-4503-87FB-9A868F0B7BF2}" type="presParOf" srcId="{E5E6AC2E-568C-4B97-93F8-DE4881AEA3EC}" destId="{F9DD7DDD-5DA1-4759-8BAE-91E157E41032}" srcOrd="1" destOrd="0" presId="urn:microsoft.com/office/officeart/2005/8/layout/orgChart1"/>
    <dgm:cxn modelId="{100BA9C2-A4FC-406A-8B16-31186C8E24D0}" type="presParOf" srcId="{E5E6AC2E-568C-4B97-93F8-DE4881AEA3EC}" destId="{A75163D5-7F09-4E9D-BC5C-A7D576360A89}" srcOrd="2" destOrd="0" presId="urn:microsoft.com/office/officeart/2005/8/layout/orgChart1"/>
    <dgm:cxn modelId="{A79C03BC-1F69-4FF0-A591-4C3249EEFECB}" type="presParOf" srcId="{872E1B28-1276-4881-BA43-28793E42857E}" destId="{91E1F3A3-8FED-42D6-B209-BD95BF5A87AD}" srcOrd="2" destOrd="0" presId="urn:microsoft.com/office/officeart/2005/8/layout/orgChart1"/>
    <dgm:cxn modelId="{F7D181AE-F643-4AA5-97BC-4869806501BE}" type="presParOf" srcId="{91E1F3A3-8FED-42D6-B209-BD95BF5A87AD}" destId="{00CA85F7-5FB0-4DCF-A630-522466AD3D89}" srcOrd="0" destOrd="0" presId="urn:microsoft.com/office/officeart/2005/8/layout/orgChart1"/>
    <dgm:cxn modelId="{216C0507-FC7B-4413-BDFE-3F96D284CFA1}" type="presParOf" srcId="{91E1F3A3-8FED-42D6-B209-BD95BF5A87AD}" destId="{9300AC77-661A-4427-8428-53D41A093E91}" srcOrd="1" destOrd="0" presId="urn:microsoft.com/office/officeart/2005/8/layout/orgChart1"/>
    <dgm:cxn modelId="{F3ABC693-7071-4BC3-AFBD-8850569040E0}" type="presParOf" srcId="{9300AC77-661A-4427-8428-53D41A093E91}" destId="{3A90BA6A-0DA1-425A-A8C1-30BDDF725EB3}" srcOrd="0" destOrd="0" presId="urn:microsoft.com/office/officeart/2005/8/layout/orgChart1"/>
    <dgm:cxn modelId="{7E6C900E-08D3-4183-AFEB-85E30596CF78}" type="presParOf" srcId="{3A90BA6A-0DA1-425A-A8C1-30BDDF725EB3}" destId="{9F039A72-1BAA-4E34-A0C6-A2780E69889D}" srcOrd="0" destOrd="0" presId="urn:microsoft.com/office/officeart/2005/8/layout/orgChart1"/>
    <dgm:cxn modelId="{C3FFB8EA-D9F8-49BA-A417-4DE9C6C947B6}" type="presParOf" srcId="{3A90BA6A-0DA1-425A-A8C1-30BDDF725EB3}" destId="{24103CC5-5E9E-4325-9509-BD4E4140317A}" srcOrd="1" destOrd="0" presId="urn:microsoft.com/office/officeart/2005/8/layout/orgChart1"/>
    <dgm:cxn modelId="{A5A8071A-DC82-4BE1-972D-4AC0BA5149E5}" type="presParOf" srcId="{9300AC77-661A-4427-8428-53D41A093E91}" destId="{5682BDCA-A39F-4E3F-B7D8-15A5BA92CD9B}" srcOrd="1" destOrd="0" presId="urn:microsoft.com/office/officeart/2005/8/layout/orgChart1"/>
    <dgm:cxn modelId="{B54DD1D3-76A7-44AD-B576-483C4E890FD0}" type="presParOf" srcId="{9300AC77-661A-4427-8428-53D41A093E91}" destId="{3423003F-3E3A-4C07-B551-A64F5DABBDC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03AF617-6F11-4D26-981B-DC8648DD715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C6814C33-8955-4880-8E19-F3FEEE4E71EF}">
      <dgm:prSet phldrT="[Text]" custT="1"/>
      <dgm:spPr>
        <a:solidFill>
          <a:schemeClr val="accent5">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sz="700" dirty="0"/>
            <a:t>“CTO”</a:t>
          </a:r>
        </a:p>
      </dgm:t>
    </dgm:pt>
    <dgm:pt modelId="{6878857C-5EC5-44D1-9C7E-E563E633770F}" type="parTrans" cxnId="{389883C3-ADCB-4A66-AE64-7FDE8FCDE339}">
      <dgm:prSet/>
      <dgm:spPr/>
      <dgm:t>
        <a:bodyPr/>
        <a:lstStyle/>
        <a:p>
          <a:endParaRPr lang="en-US" sz="700"/>
        </a:p>
      </dgm:t>
    </dgm:pt>
    <dgm:pt modelId="{0E4A8D6A-36E7-41A8-9171-0E6789D971AB}" type="sibTrans" cxnId="{389883C3-ADCB-4A66-AE64-7FDE8FCDE339}">
      <dgm:prSet/>
      <dgm:spPr/>
      <dgm:t>
        <a:bodyPr/>
        <a:lstStyle/>
        <a:p>
          <a:endParaRPr lang="en-US" sz="700"/>
        </a:p>
      </dgm:t>
    </dgm:pt>
    <dgm:pt modelId="{37451F65-2F9B-45AF-9FE6-C0DA319C7043}" type="asst">
      <dgm:prSet phldrT="[Text]" custT="1"/>
      <dgm:spPr>
        <a:solidFill>
          <a:srgbClr val="5B9BD5">
            <a:lumMod val="20000"/>
            <a:lumOff val="8000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spcFirstLastPara="0" vert="horz" wrap="square" lIns="4445" tIns="4445" rIns="4445" bIns="4445" numCol="1" spcCol="1270" anchor="ctr" anchorCtr="0"/>
        <a:lstStyle/>
        <a:p>
          <a:pPr marL="0" lvl="0" indent="0" algn="ctr" defTabSz="311150">
            <a:lnSpc>
              <a:spcPct val="90000"/>
            </a:lnSpc>
            <a:spcBef>
              <a:spcPct val="0"/>
            </a:spcBef>
            <a:spcAft>
              <a:spcPct val="35000"/>
            </a:spcAft>
            <a:buNone/>
          </a:pPr>
          <a:r>
            <a:rPr lang="en-US" sz="700" kern="1200" dirty="0">
              <a:solidFill>
                <a:prstClr val="white"/>
              </a:solidFill>
              <a:latin typeface="Calibri" panose="020F0502020204030204"/>
              <a:ea typeface="+mn-ea"/>
              <a:cs typeface="+mn-cs"/>
            </a:rPr>
            <a:t>Deputy CTO</a:t>
          </a:r>
        </a:p>
      </dgm:t>
    </dgm:pt>
    <dgm:pt modelId="{729257DA-4481-425D-A548-56A26F736C3D}" type="parTrans" cxnId="{EF0F4833-A059-4397-9FC4-49BFBF9986F1}">
      <dgm:prSet/>
      <dgm:spPr/>
      <dgm:t>
        <a:bodyPr/>
        <a:lstStyle/>
        <a:p>
          <a:endParaRPr lang="en-US" sz="700"/>
        </a:p>
      </dgm:t>
    </dgm:pt>
    <dgm:pt modelId="{2F178D00-D21B-4E23-AC2E-C1864436A6B0}" type="sibTrans" cxnId="{EF0F4833-A059-4397-9FC4-49BFBF9986F1}">
      <dgm:prSet/>
      <dgm:spPr/>
      <dgm:t>
        <a:bodyPr/>
        <a:lstStyle/>
        <a:p>
          <a:endParaRPr lang="en-US" sz="700"/>
        </a:p>
      </dgm:t>
    </dgm:pt>
    <dgm:pt modelId="{5A40E443-C7C0-4D92-8A70-9019F2CAB6E8}">
      <dgm:prSet phldrT="[Text]" custT="1"/>
      <dgm:spPr>
        <a:solidFill>
          <a:srgbClr val="5B9BD5">
            <a:lumMod val="20000"/>
            <a:lumOff val="8000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spcFirstLastPara="0" vert="horz" wrap="square" lIns="4445" tIns="4445" rIns="4445" bIns="4445" numCol="1" spcCol="1270" anchor="ctr" anchorCtr="0"/>
        <a:lstStyle/>
        <a:p>
          <a:pPr marL="0" lvl="0" indent="0" algn="ctr" defTabSz="311150">
            <a:lnSpc>
              <a:spcPct val="90000"/>
            </a:lnSpc>
            <a:spcBef>
              <a:spcPct val="0"/>
            </a:spcBef>
            <a:spcAft>
              <a:spcPct val="35000"/>
            </a:spcAft>
            <a:buNone/>
          </a:pPr>
          <a:r>
            <a:rPr lang="en-US" sz="700" kern="1200" dirty="0">
              <a:solidFill>
                <a:prstClr val="white"/>
              </a:solidFill>
              <a:latin typeface="Calibri" panose="020F0502020204030204"/>
              <a:ea typeface="+mn-ea"/>
              <a:cs typeface="+mn-cs"/>
            </a:rPr>
            <a:t>IT</a:t>
          </a:r>
        </a:p>
      </dgm:t>
    </dgm:pt>
    <dgm:pt modelId="{8F67A094-A107-4935-A6E7-8B2CEDDA9931}" type="parTrans" cxnId="{8D2FD29E-0787-4F4D-8982-12F76B39667B}">
      <dgm:prSet/>
      <dgm:spPr/>
      <dgm:t>
        <a:bodyPr/>
        <a:lstStyle/>
        <a:p>
          <a:endParaRPr lang="en-US" sz="700"/>
        </a:p>
      </dgm:t>
    </dgm:pt>
    <dgm:pt modelId="{03D06833-3FBF-4C52-8CF4-64B2F05C4D40}" type="sibTrans" cxnId="{8D2FD29E-0787-4F4D-8982-12F76B39667B}">
      <dgm:prSet/>
      <dgm:spPr/>
      <dgm:t>
        <a:bodyPr/>
        <a:lstStyle/>
        <a:p>
          <a:endParaRPr lang="en-US" sz="700"/>
        </a:p>
      </dgm:t>
    </dgm:pt>
    <dgm:pt modelId="{7AE86B23-846A-437C-A944-3ACCCFADD6EE}">
      <dgm:prSet custT="1"/>
      <dgm:spPr>
        <a:solidFill>
          <a:srgbClr val="5B9BD5">
            <a:lumMod val="20000"/>
            <a:lumOff val="8000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spcFirstLastPara="0" vert="horz" wrap="square" lIns="4445" tIns="4445" rIns="4445" bIns="4445" numCol="1" spcCol="1270" anchor="ctr" anchorCtr="0"/>
        <a:lstStyle/>
        <a:p>
          <a:pPr>
            <a:buFont typeface="+mj-lt"/>
            <a:buAutoNum type="alphaLcPeriod"/>
          </a:pPr>
          <a:r>
            <a:rPr lang="en-US" sz="700" kern="1200" dirty="0"/>
            <a:t>Product </a:t>
          </a:r>
          <a:br>
            <a:rPr lang="en-US" sz="700" kern="1200" dirty="0"/>
          </a:br>
          <a:r>
            <a:rPr lang="en-US" sz="700" kern="1200" dirty="0">
              <a:solidFill>
                <a:prstClr val="white"/>
              </a:solidFill>
              <a:latin typeface="Calibri" panose="020F0502020204030204"/>
              <a:ea typeface="+mn-ea"/>
              <a:cs typeface="+mn-cs"/>
            </a:rPr>
            <a:t>Management</a:t>
          </a:r>
        </a:p>
      </dgm:t>
    </dgm:pt>
    <dgm:pt modelId="{2B519B5E-E496-445C-832B-B853FF008CBC}" type="parTrans" cxnId="{509774FC-C361-4C07-B369-322AEB2501B6}">
      <dgm:prSet/>
      <dgm:spPr/>
      <dgm:t>
        <a:bodyPr/>
        <a:lstStyle/>
        <a:p>
          <a:endParaRPr lang="en-US" sz="700"/>
        </a:p>
      </dgm:t>
    </dgm:pt>
    <dgm:pt modelId="{74F6156A-8226-44BC-AFC4-B57E71584F12}" type="sibTrans" cxnId="{509774FC-C361-4C07-B369-322AEB2501B6}">
      <dgm:prSet/>
      <dgm:spPr/>
      <dgm:t>
        <a:bodyPr/>
        <a:lstStyle/>
        <a:p>
          <a:endParaRPr lang="en-US" sz="700"/>
        </a:p>
      </dgm:t>
    </dgm:pt>
    <dgm:pt modelId="{0EBA61D8-AB50-4C8C-BFDA-5E7EE47FDCB9}">
      <dgm:prSet custT="1"/>
      <dgm:spPr>
        <a:solidFill>
          <a:srgbClr val="4472C4">
            <a:hueOff val="0"/>
            <a:satOff val="0"/>
            <a:lumOff val="0"/>
            <a:alphaOff val="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spcFirstLastPara="0" vert="horz" wrap="square" lIns="4445" tIns="4445" rIns="4445" bIns="4445" numCol="1" spcCol="1270" anchor="ctr" anchorCtr="0"/>
        <a:lstStyle/>
        <a:p>
          <a:pPr marL="0" lvl="0" indent="0" algn="ctr" defTabSz="311150">
            <a:lnSpc>
              <a:spcPct val="90000"/>
            </a:lnSpc>
            <a:spcBef>
              <a:spcPct val="0"/>
            </a:spcBef>
            <a:spcAft>
              <a:spcPct val="35000"/>
            </a:spcAft>
            <a:buFont typeface="+mj-lt"/>
            <a:buNone/>
          </a:pPr>
          <a:r>
            <a:rPr lang="en-US" sz="700" kern="1200">
              <a:solidFill>
                <a:prstClr val="white"/>
              </a:solidFill>
              <a:latin typeface="Calibri" panose="020F0502020204030204"/>
              <a:ea typeface="+mn-ea"/>
              <a:cs typeface="+mn-cs"/>
            </a:rPr>
            <a:t>Field </a:t>
          </a:r>
          <a:r>
            <a:rPr lang="en-US" sz="700" kern="1200" dirty="0">
              <a:solidFill>
                <a:prstClr val="white"/>
              </a:solidFill>
              <a:latin typeface="Calibri" panose="020F0502020204030204"/>
              <a:ea typeface="+mn-ea"/>
              <a:cs typeface="+mn-cs"/>
            </a:rPr>
            <a:t>Support</a:t>
          </a:r>
        </a:p>
      </dgm:t>
    </dgm:pt>
    <dgm:pt modelId="{1A994F0A-A6BE-400A-9131-B2E7FCDD429D}" type="parTrans" cxnId="{8E8C5F19-86BD-4477-9E90-874731A8EDA9}">
      <dgm:prSet/>
      <dgm:spPr/>
      <dgm:t>
        <a:bodyPr/>
        <a:lstStyle/>
        <a:p>
          <a:endParaRPr lang="en-US" sz="700"/>
        </a:p>
      </dgm:t>
    </dgm:pt>
    <dgm:pt modelId="{BD9F05A7-ADBE-4DC8-9C09-D52B4F7EC4AD}" type="sibTrans" cxnId="{8E8C5F19-86BD-4477-9E90-874731A8EDA9}">
      <dgm:prSet/>
      <dgm:spPr/>
      <dgm:t>
        <a:bodyPr/>
        <a:lstStyle/>
        <a:p>
          <a:endParaRPr lang="en-US" sz="700"/>
        </a:p>
      </dgm:t>
    </dgm:pt>
    <dgm:pt modelId="{1AFD94F9-AF1C-43F6-BA4C-C169B65D78BF}" type="pres">
      <dgm:prSet presAssocID="{A03AF617-6F11-4D26-981B-DC8648DD7156}" presName="hierChild1" presStyleCnt="0">
        <dgm:presLayoutVars>
          <dgm:orgChart val="1"/>
          <dgm:chPref val="1"/>
          <dgm:dir/>
          <dgm:animOne val="branch"/>
          <dgm:animLvl val="lvl"/>
          <dgm:resizeHandles/>
        </dgm:presLayoutVars>
      </dgm:prSet>
      <dgm:spPr/>
      <dgm:t>
        <a:bodyPr/>
        <a:lstStyle/>
        <a:p>
          <a:endParaRPr lang="en-US"/>
        </a:p>
      </dgm:t>
    </dgm:pt>
    <dgm:pt modelId="{872E1B28-1276-4881-BA43-28793E42857E}" type="pres">
      <dgm:prSet presAssocID="{C6814C33-8955-4880-8E19-F3FEEE4E71EF}" presName="hierRoot1" presStyleCnt="0">
        <dgm:presLayoutVars>
          <dgm:hierBranch val="init"/>
        </dgm:presLayoutVars>
      </dgm:prSet>
      <dgm:spPr/>
    </dgm:pt>
    <dgm:pt modelId="{97AC8A46-C336-450D-B2D8-C94155A55667}" type="pres">
      <dgm:prSet presAssocID="{C6814C33-8955-4880-8E19-F3FEEE4E71EF}" presName="rootComposite1" presStyleCnt="0"/>
      <dgm:spPr/>
    </dgm:pt>
    <dgm:pt modelId="{AE2812BD-0E60-4C0C-9F92-41064E158913}" type="pres">
      <dgm:prSet presAssocID="{C6814C33-8955-4880-8E19-F3FEEE4E71EF}" presName="rootText1" presStyleLbl="node0" presStyleIdx="0" presStyleCnt="1">
        <dgm:presLayoutVars>
          <dgm:chPref val="3"/>
        </dgm:presLayoutVars>
      </dgm:prSet>
      <dgm:spPr/>
      <dgm:t>
        <a:bodyPr/>
        <a:lstStyle/>
        <a:p>
          <a:endParaRPr lang="en-US"/>
        </a:p>
      </dgm:t>
    </dgm:pt>
    <dgm:pt modelId="{7C100102-DED9-43D0-B71A-C85DDCD5FF69}" type="pres">
      <dgm:prSet presAssocID="{C6814C33-8955-4880-8E19-F3FEEE4E71EF}" presName="rootConnector1" presStyleLbl="node1" presStyleIdx="0" presStyleCnt="0"/>
      <dgm:spPr/>
      <dgm:t>
        <a:bodyPr/>
        <a:lstStyle/>
        <a:p>
          <a:endParaRPr lang="en-US"/>
        </a:p>
      </dgm:t>
    </dgm:pt>
    <dgm:pt modelId="{A8031BF4-384C-40C1-9357-10F83AD7FCC5}" type="pres">
      <dgm:prSet presAssocID="{C6814C33-8955-4880-8E19-F3FEEE4E71EF}" presName="hierChild2" presStyleCnt="0"/>
      <dgm:spPr/>
    </dgm:pt>
    <dgm:pt modelId="{AE181AD7-BBB7-4546-A400-199AA3F37277}" type="pres">
      <dgm:prSet presAssocID="{8F67A094-A107-4935-A6E7-8B2CEDDA9931}" presName="Name37" presStyleLbl="parChTrans1D2" presStyleIdx="0" presStyleCnt="4"/>
      <dgm:spPr/>
      <dgm:t>
        <a:bodyPr/>
        <a:lstStyle/>
        <a:p>
          <a:endParaRPr lang="en-US"/>
        </a:p>
      </dgm:t>
    </dgm:pt>
    <dgm:pt modelId="{42E0563E-0E8D-4B92-B534-DFAFEB2525E7}" type="pres">
      <dgm:prSet presAssocID="{5A40E443-C7C0-4D92-8A70-9019F2CAB6E8}" presName="hierRoot2" presStyleCnt="0">
        <dgm:presLayoutVars>
          <dgm:hierBranch val="init"/>
        </dgm:presLayoutVars>
      </dgm:prSet>
      <dgm:spPr/>
    </dgm:pt>
    <dgm:pt modelId="{CBF41092-6D80-4C80-9307-C1608ACB71B4}" type="pres">
      <dgm:prSet presAssocID="{5A40E443-C7C0-4D92-8A70-9019F2CAB6E8}" presName="rootComposite" presStyleCnt="0"/>
      <dgm:spPr/>
    </dgm:pt>
    <dgm:pt modelId="{4FCCD477-00EF-4653-A9A1-764D2B973A2A}" type="pres">
      <dgm:prSet presAssocID="{5A40E443-C7C0-4D92-8A70-9019F2CAB6E8}" presName="rootText" presStyleLbl="node2" presStyleIdx="0" presStyleCnt="3">
        <dgm:presLayoutVars>
          <dgm:chPref val="3"/>
        </dgm:presLayoutVars>
      </dgm:prSet>
      <dgm:spPr>
        <a:xfrm>
          <a:off x="304943" y="770095"/>
          <a:ext cx="542219" cy="271109"/>
        </a:xfrm>
        <a:prstGeom prst="rect">
          <a:avLst/>
        </a:prstGeom>
      </dgm:spPr>
      <dgm:t>
        <a:bodyPr/>
        <a:lstStyle/>
        <a:p>
          <a:endParaRPr lang="en-US"/>
        </a:p>
      </dgm:t>
    </dgm:pt>
    <dgm:pt modelId="{58A883B6-58BE-4040-BE89-736366E3C60D}" type="pres">
      <dgm:prSet presAssocID="{5A40E443-C7C0-4D92-8A70-9019F2CAB6E8}" presName="rootConnector" presStyleLbl="node2" presStyleIdx="0" presStyleCnt="3"/>
      <dgm:spPr/>
      <dgm:t>
        <a:bodyPr/>
        <a:lstStyle/>
        <a:p>
          <a:endParaRPr lang="en-US"/>
        </a:p>
      </dgm:t>
    </dgm:pt>
    <dgm:pt modelId="{065CB90E-6EFB-402C-B2E5-5D2C3E29A2E7}" type="pres">
      <dgm:prSet presAssocID="{5A40E443-C7C0-4D92-8A70-9019F2CAB6E8}" presName="hierChild4" presStyleCnt="0"/>
      <dgm:spPr/>
    </dgm:pt>
    <dgm:pt modelId="{455D684F-8923-4BE0-A7DD-C73EFE85985A}" type="pres">
      <dgm:prSet presAssocID="{5A40E443-C7C0-4D92-8A70-9019F2CAB6E8}" presName="hierChild5" presStyleCnt="0"/>
      <dgm:spPr/>
    </dgm:pt>
    <dgm:pt modelId="{50C30AF6-B81C-4288-BB65-0261022B4804}" type="pres">
      <dgm:prSet presAssocID="{2B519B5E-E496-445C-832B-B853FF008CBC}" presName="Name37" presStyleLbl="parChTrans1D2" presStyleIdx="1" presStyleCnt="4"/>
      <dgm:spPr/>
      <dgm:t>
        <a:bodyPr/>
        <a:lstStyle/>
        <a:p>
          <a:endParaRPr lang="en-US"/>
        </a:p>
      </dgm:t>
    </dgm:pt>
    <dgm:pt modelId="{7E29B62A-A3FB-46D3-B6F2-330755FA9874}" type="pres">
      <dgm:prSet presAssocID="{7AE86B23-846A-437C-A944-3ACCCFADD6EE}" presName="hierRoot2" presStyleCnt="0">
        <dgm:presLayoutVars>
          <dgm:hierBranch val="init"/>
        </dgm:presLayoutVars>
      </dgm:prSet>
      <dgm:spPr/>
    </dgm:pt>
    <dgm:pt modelId="{F5CDF9DB-B4F1-458A-9E41-199263F2C7F6}" type="pres">
      <dgm:prSet presAssocID="{7AE86B23-846A-437C-A944-3ACCCFADD6EE}" presName="rootComposite" presStyleCnt="0"/>
      <dgm:spPr/>
    </dgm:pt>
    <dgm:pt modelId="{83F9B8C6-5598-4A71-B93B-2180FE773A0C}" type="pres">
      <dgm:prSet presAssocID="{7AE86B23-846A-437C-A944-3ACCCFADD6EE}" presName="rootText" presStyleLbl="node2" presStyleIdx="1" presStyleCnt="3">
        <dgm:presLayoutVars>
          <dgm:chPref val="3"/>
        </dgm:presLayoutVars>
      </dgm:prSet>
      <dgm:spPr>
        <a:xfrm>
          <a:off x="961028" y="770095"/>
          <a:ext cx="542219" cy="271109"/>
        </a:xfrm>
        <a:prstGeom prst="rect">
          <a:avLst/>
        </a:prstGeom>
      </dgm:spPr>
      <dgm:t>
        <a:bodyPr/>
        <a:lstStyle/>
        <a:p>
          <a:endParaRPr lang="en-US"/>
        </a:p>
      </dgm:t>
    </dgm:pt>
    <dgm:pt modelId="{F7EEA5CF-6382-44DC-8BF3-A442ED492611}" type="pres">
      <dgm:prSet presAssocID="{7AE86B23-846A-437C-A944-3ACCCFADD6EE}" presName="rootConnector" presStyleLbl="node2" presStyleIdx="1" presStyleCnt="3"/>
      <dgm:spPr/>
      <dgm:t>
        <a:bodyPr/>
        <a:lstStyle/>
        <a:p>
          <a:endParaRPr lang="en-US"/>
        </a:p>
      </dgm:t>
    </dgm:pt>
    <dgm:pt modelId="{5365DFD4-071B-4E56-8DB8-9FC2B8E10DFF}" type="pres">
      <dgm:prSet presAssocID="{7AE86B23-846A-437C-A944-3ACCCFADD6EE}" presName="hierChild4" presStyleCnt="0"/>
      <dgm:spPr/>
    </dgm:pt>
    <dgm:pt modelId="{01C5EA28-8557-4428-9D8A-F2F665BBE2E0}" type="pres">
      <dgm:prSet presAssocID="{7AE86B23-846A-437C-A944-3ACCCFADD6EE}" presName="hierChild5" presStyleCnt="0"/>
      <dgm:spPr/>
    </dgm:pt>
    <dgm:pt modelId="{BCFC46AA-A200-437F-85BD-18150829FBC4}" type="pres">
      <dgm:prSet presAssocID="{1A994F0A-A6BE-400A-9131-B2E7FCDD429D}" presName="Name37" presStyleLbl="parChTrans1D2" presStyleIdx="2" presStyleCnt="4"/>
      <dgm:spPr/>
      <dgm:t>
        <a:bodyPr/>
        <a:lstStyle/>
        <a:p>
          <a:endParaRPr lang="en-US"/>
        </a:p>
      </dgm:t>
    </dgm:pt>
    <dgm:pt modelId="{E5E6AC2E-568C-4B97-93F8-DE4881AEA3EC}" type="pres">
      <dgm:prSet presAssocID="{0EBA61D8-AB50-4C8C-BFDA-5E7EE47FDCB9}" presName="hierRoot2" presStyleCnt="0">
        <dgm:presLayoutVars>
          <dgm:hierBranch val="init"/>
        </dgm:presLayoutVars>
      </dgm:prSet>
      <dgm:spPr/>
    </dgm:pt>
    <dgm:pt modelId="{D056FD07-6B39-40F7-8157-8A4E40E71BE7}" type="pres">
      <dgm:prSet presAssocID="{0EBA61D8-AB50-4C8C-BFDA-5E7EE47FDCB9}" presName="rootComposite" presStyleCnt="0"/>
      <dgm:spPr/>
    </dgm:pt>
    <dgm:pt modelId="{B8B5EA46-5A89-4445-94AA-870576DF2BE5}" type="pres">
      <dgm:prSet presAssocID="{0EBA61D8-AB50-4C8C-BFDA-5E7EE47FDCB9}" presName="rootText" presStyleLbl="node2" presStyleIdx="2" presStyleCnt="3">
        <dgm:presLayoutVars>
          <dgm:chPref val="3"/>
        </dgm:presLayoutVars>
      </dgm:prSet>
      <dgm:spPr>
        <a:xfrm>
          <a:off x="1617114" y="770095"/>
          <a:ext cx="542219" cy="271109"/>
        </a:xfrm>
        <a:prstGeom prst="rect">
          <a:avLst/>
        </a:prstGeom>
      </dgm:spPr>
      <dgm:t>
        <a:bodyPr/>
        <a:lstStyle/>
        <a:p>
          <a:endParaRPr lang="en-US"/>
        </a:p>
      </dgm:t>
    </dgm:pt>
    <dgm:pt modelId="{FCAD5005-295D-4A9C-81BC-BFC2265DBDAC}" type="pres">
      <dgm:prSet presAssocID="{0EBA61D8-AB50-4C8C-BFDA-5E7EE47FDCB9}" presName="rootConnector" presStyleLbl="node2" presStyleIdx="2" presStyleCnt="3"/>
      <dgm:spPr/>
      <dgm:t>
        <a:bodyPr/>
        <a:lstStyle/>
        <a:p>
          <a:endParaRPr lang="en-US"/>
        </a:p>
      </dgm:t>
    </dgm:pt>
    <dgm:pt modelId="{F9DD7DDD-5DA1-4759-8BAE-91E157E41032}" type="pres">
      <dgm:prSet presAssocID="{0EBA61D8-AB50-4C8C-BFDA-5E7EE47FDCB9}" presName="hierChild4" presStyleCnt="0"/>
      <dgm:spPr/>
    </dgm:pt>
    <dgm:pt modelId="{A75163D5-7F09-4E9D-BC5C-A7D576360A89}" type="pres">
      <dgm:prSet presAssocID="{0EBA61D8-AB50-4C8C-BFDA-5E7EE47FDCB9}" presName="hierChild5" presStyleCnt="0"/>
      <dgm:spPr/>
    </dgm:pt>
    <dgm:pt modelId="{91E1F3A3-8FED-42D6-B209-BD95BF5A87AD}" type="pres">
      <dgm:prSet presAssocID="{C6814C33-8955-4880-8E19-F3FEEE4E71EF}" presName="hierChild3" presStyleCnt="0"/>
      <dgm:spPr/>
    </dgm:pt>
    <dgm:pt modelId="{00CA85F7-5FB0-4DCF-A630-522466AD3D89}" type="pres">
      <dgm:prSet presAssocID="{729257DA-4481-425D-A548-56A26F736C3D}" presName="Name111" presStyleLbl="parChTrans1D2" presStyleIdx="3" presStyleCnt="4"/>
      <dgm:spPr/>
      <dgm:t>
        <a:bodyPr/>
        <a:lstStyle/>
        <a:p>
          <a:endParaRPr lang="en-US"/>
        </a:p>
      </dgm:t>
    </dgm:pt>
    <dgm:pt modelId="{9300AC77-661A-4427-8428-53D41A093E91}" type="pres">
      <dgm:prSet presAssocID="{37451F65-2F9B-45AF-9FE6-C0DA319C7043}" presName="hierRoot3" presStyleCnt="0">
        <dgm:presLayoutVars>
          <dgm:hierBranch val="init"/>
        </dgm:presLayoutVars>
      </dgm:prSet>
      <dgm:spPr/>
    </dgm:pt>
    <dgm:pt modelId="{3A90BA6A-0DA1-425A-A8C1-30BDDF725EB3}" type="pres">
      <dgm:prSet presAssocID="{37451F65-2F9B-45AF-9FE6-C0DA319C7043}" presName="rootComposite3" presStyleCnt="0"/>
      <dgm:spPr/>
    </dgm:pt>
    <dgm:pt modelId="{9F039A72-1BAA-4E34-A0C6-A2780E69889D}" type="pres">
      <dgm:prSet presAssocID="{37451F65-2F9B-45AF-9FE6-C0DA319C7043}" presName="rootText3" presStyleLbl="asst1" presStyleIdx="0" presStyleCnt="1" custLinFactX="29827" custLinFactNeighborX="100000">
        <dgm:presLayoutVars>
          <dgm:chPref val="3"/>
        </dgm:presLayoutVars>
      </dgm:prSet>
      <dgm:spPr>
        <a:xfrm>
          <a:off x="1336933" y="385119"/>
          <a:ext cx="542219" cy="271109"/>
        </a:xfrm>
        <a:prstGeom prst="rect">
          <a:avLst/>
        </a:prstGeom>
      </dgm:spPr>
      <dgm:t>
        <a:bodyPr/>
        <a:lstStyle/>
        <a:p>
          <a:endParaRPr lang="en-US"/>
        </a:p>
      </dgm:t>
    </dgm:pt>
    <dgm:pt modelId="{24103CC5-5E9E-4325-9509-BD4E4140317A}" type="pres">
      <dgm:prSet presAssocID="{37451F65-2F9B-45AF-9FE6-C0DA319C7043}" presName="rootConnector3" presStyleLbl="asst1" presStyleIdx="0" presStyleCnt="1"/>
      <dgm:spPr/>
      <dgm:t>
        <a:bodyPr/>
        <a:lstStyle/>
        <a:p>
          <a:endParaRPr lang="en-US"/>
        </a:p>
      </dgm:t>
    </dgm:pt>
    <dgm:pt modelId="{5682BDCA-A39F-4E3F-B7D8-15A5BA92CD9B}" type="pres">
      <dgm:prSet presAssocID="{37451F65-2F9B-45AF-9FE6-C0DA319C7043}" presName="hierChild6" presStyleCnt="0"/>
      <dgm:spPr/>
    </dgm:pt>
    <dgm:pt modelId="{3423003F-3E3A-4C07-B551-A64F5DABBDC3}" type="pres">
      <dgm:prSet presAssocID="{37451F65-2F9B-45AF-9FE6-C0DA319C7043}" presName="hierChild7" presStyleCnt="0"/>
      <dgm:spPr/>
    </dgm:pt>
  </dgm:ptLst>
  <dgm:cxnLst>
    <dgm:cxn modelId="{2604F5B1-B0CC-4DD1-A173-B1BA443257DF}" type="presOf" srcId="{0EBA61D8-AB50-4C8C-BFDA-5E7EE47FDCB9}" destId="{FCAD5005-295D-4A9C-81BC-BFC2265DBDAC}" srcOrd="1" destOrd="0" presId="urn:microsoft.com/office/officeart/2005/8/layout/orgChart1"/>
    <dgm:cxn modelId="{89EA70B0-CBE2-49DC-9AD7-9126278255AA}" type="presOf" srcId="{C6814C33-8955-4880-8E19-F3FEEE4E71EF}" destId="{AE2812BD-0E60-4C0C-9F92-41064E158913}" srcOrd="0" destOrd="0" presId="urn:microsoft.com/office/officeart/2005/8/layout/orgChart1"/>
    <dgm:cxn modelId="{EF0F4833-A059-4397-9FC4-49BFBF9986F1}" srcId="{C6814C33-8955-4880-8E19-F3FEEE4E71EF}" destId="{37451F65-2F9B-45AF-9FE6-C0DA319C7043}" srcOrd="0" destOrd="0" parTransId="{729257DA-4481-425D-A548-56A26F736C3D}" sibTransId="{2F178D00-D21B-4E23-AC2E-C1864436A6B0}"/>
    <dgm:cxn modelId="{70D07E2D-9DCF-4540-9934-16C588409274}" type="presOf" srcId="{5A40E443-C7C0-4D92-8A70-9019F2CAB6E8}" destId="{4FCCD477-00EF-4653-A9A1-764D2B973A2A}" srcOrd="0" destOrd="0" presId="urn:microsoft.com/office/officeart/2005/8/layout/orgChart1"/>
    <dgm:cxn modelId="{389883C3-ADCB-4A66-AE64-7FDE8FCDE339}" srcId="{A03AF617-6F11-4D26-981B-DC8648DD7156}" destId="{C6814C33-8955-4880-8E19-F3FEEE4E71EF}" srcOrd="0" destOrd="0" parTransId="{6878857C-5EC5-44D1-9C7E-E563E633770F}" sibTransId="{0E4A8D6A-36E7-41A8-9171-0E6789D971AB}"/>
    <dgm:cxn modelId="{7C75A240-37D7-4708-9F99-2ABF0A455A35}" type="presOf" srcId="{37451F65-2F9B-45AF-9FE6-C0DA319C7043}" destId="{24103CC5-5E9E-4325-9509-BD4E4140317A}" srcOrd="1" destOrd="0" presId="urn:microsoft.com/office/officeart/2005/8/layout/orgChart1"/>
    <dgm:cxn modelId="{B4FC0A74-951C-46E7-8C33-43518825D3EB}" type="presOf" srcId="{8F67A094-A107-4935-A6E7-8B2CEDDA9931}" destId="{AE181AD7-BBB7-4546-A400-199AA3F37277}" srcOrd="0" destOrd="0" presId="urn:microsoft.com/office/officeart/2005/8/layout/orgChart1"/>
    <dgm:cxn modelId="{0E195AAF-6424-4365-BD7E-2BDCA6FCFAEC}" type="presOf" srcId="{1A994F0A-A6BE-400A-9131-B2E7FCDD429D}" destId="{BCFC46AA-A200-437F-85BD-18150829FBC4}" srcOrd="0" destOrd="0" presId="urn:microsoft.com/office/officeart/2005/8/layout/orgChart1"/>
    <dgm:cxn modelId="{6D14C2DF-7078-42BE-A5A7-E74447881187}" type="presOf" srcId="{5A40E443-C7C0-4D92-8A70-9019F2CAB6E8}" destId="{58A883B6-58BE-4040-BE89-736366E3C60D}" srcOrd="1" destOrd="0" presId="urn:microsoft.com/office/officeart/2005/8/layout/orgChart1"/>
    <dgm:cxn modelId="{509774FC-C361-4C07-B369-322AEB2501B6}" srcId="{C6814C33-8955-4880-8E19-F3FEEE4E71EF}" destId="{7AE86B23-846A-437C-A944-3ACCCFADD6EE}" srcOrd="2" destOrd="0" parTransId="{2B519B5E-E496-445C-832B-B853FF008CBC}" sibTransId="{74F6156A-8226-44BC-AFC4-B57E71584F12}"/>
    <dgm:cxn modelId="{8059EE93-114B-4A6C-804A-82E17834B72A}" type="presOf" srcId="{7AE86B23-846A-437C-A944-3ACCCFADD6EE}" destId="{83F9B8C6-5598-4A71-B93B-2180FE773A0C}" srcOrd="0" destOrd="0" presId="urn:microsoft.com/office/officeart/2005/8/layout/orgChart1"/>
    <dgm:cxn modelId="{8D2FD29E-0787-4F4D-8982-12F76B39667B}" srcId="{C6814C33-8955-4880-8E19-F3FEEE4E71EF}" destId="{5A40E443-C7C0-4D92-8A70-9019F2CAB6E8}" srcOrd="1" destOrd="0" parTransId="{8F67A094-A107-4935-A6E7-8B2CEDDA9931}" sibTransId="{03D06833-3FBF-4C52-8CF4-64B2F05C4D40}"/>
    <dgm:cxn modelId="{114EFAD4-0AE8-44F3-B619-B637F879F4C2}" type="presOf" srcId="{A03AF617-6F11-4D26-981B-DC8648DD7156}" destId="{1AFD94F9-AF1C-43F6-BA4C-C169B65D78BF}" srcOrd="0" destOrd="0" presId="urn:microsoft.com/office/officeart/2005/8/layout/orgChart1"/>
    <dgm:cxn modelId="{9B5F105E-4724-4285-9B21-B52FEBF1DF63}" type="presOf" srcId="{2B519B5E-E496-445C-832B-B853FF008CBC}" destId="{50C30AF6-B81C-4288-BB65-0261022B4804}" srcOrd="0" destOrd="0" presId="urn:microsoft.com/office/officeart/2005/8/layout/orgChart1"/>
    <dgm:cxn modelId="{BEF85409-06B7-4203-8CB8-23D1F86732A4}" type="presOf" srcId="{729257DA-4481-425D-A548-56A26F736C3D}" destId="{00CA85F7-5FB0-4DCF-A630-522466AD3D89}" srcOrd="0" destOrd="0" presId="urn:microsoft.com/office/officeart/2005/8/layout/orgChart1"/>
    <dgm:cxn modelId="{10035973-34B8-46E6-9C46-BA2BB7CA60B1}" type="presOf" srcId="{0EBA61D8-AB50-4C8C-BFDA-5E7EE47FDCB9}" destId="{B8B5EA46-5A89-4445-94AA-870576DF2BE5}" srcOrd="0" destOrd="0" presId="urn:microsoft.com/office/officeart/2005/8/layout/orgChart1"/>
    <dgm:cxn modelId="{4DAE66C0-B69B-4DB8-A0E3-F0836703681B}" type="presOf" srcId="{37451F65-2F9B-45AF-9FE6-C0DA319C7043}" destId="{9F039A72-1BAA-4E34-A0C6-A2780E69889D}" srcOrd="0" destOrd="0" presId="urn:microsoft.com/office/officeart/2005/8/layout/orgChart1"/>
    <dgm:cxn modelId="{37C4D028-7263-4A19-9415-4F756F6AD4E0}" type="presOf" srcId="{C6814C33-8955-4880-8E19-F3FEEE4E71EF}" destId="{7C100102-DED9-43D0-B71A-C85DDCD5FF69}" srcOrd="1" destOrd="0" presId="urn:microsoft.com/office/officeart/2005/8/layout/orgChart1"/>
    <dgm:cxn modelId="{8E8C5F19-86BD-4477-9E90-874731A8EDA9}" srcId="{C6814C33-8955-4880-8E19-F3FEEE4E71EF}" destId="{0EBA61D8-AB50-4C8C-BFDA-5E7EE47FDCB9}" srcOrd="3" destOrd="0" parTransId="{1A994F0A-A6BE-400A-9131-B2E7FCDD429D}" sibTransId="{BD9F05A7-ADBE-4DC8-9C09-D52B4F7EC4AD}"/>
    <dgm:cxn modelId="{40C9A053-DC67-4239-AD24-59207DF1A728}" type="presOf" srcId="{7AE86B23-846A-437C-A944-3ACCCFADD6EE}" destId="{F7EEA5CF-6382-44DC-8BF3-A442ED492611}" srcOrd="1" destOrd="0" presId="urn:microsoft.com/office/officeart/2005/8/layout/orgChart1"/>
    <dgm:cxn modelId="{93F8D004-C71E-4737-BC0E-018EE9A21689}" type="presParOf" srcId="{1AFD94F9-AF1C-43F6-BA4C-C169B65D78BF}" destId="{872E1B28-1276-4881-BA43-28793E42857E}" srcOrd="0" destOrd="0" presId="urn:microsoft.com/office/officeart/2005/8/layout/orgChart1"/>
    <dgm:cxn modelId="{6049BEF5-77E4-4B8C-9EBF-D214D6C74B11}" type="presParOf" srcId="{872E1B28-1276-4881-BA43-28793E42857E}" destId="{97AC8A46-C336-450D-B2D8-C94155A55667}" srcOrd="0" destOrd="0" presId="urn:microsoft.com/office/officeart/2005/8/layout/orgChart1"/>
    <dgm:cxn modelId="{FB813773-2CCC-4169-BB33-FB3B4F45F3E8}" type="presParOf" srcId="{97AC8A46-C336-450D-B2D8-C94155A55667}" destId="{AE2812BD-0E60-4C0C-9F92-41064E158913}" srcOrd="0" destOrd="0" presId="urn:microsoft.com/office/officeart/2005/8/layout/orgChart1"/>
    <dgm:cxn modelId="{E3FE835C-7613-4EBF-B252-BD498A491E8F}" type="presParOf" srcId="{97AC8A46-C336-450D-B2D8-C94155A55667}" destId="{7C100102-DED9-43D0-B71A-C85DDCD5FF69}" srcOrd="1" destOrd="0" presId="urn:microsoft.com/office/officeart/2005/8/layout/orgChart1"/>
    <dgm:cxn modelId="{AC187496-2A62-4DA1-B3FB-90F8F569987B}" type="presParOf" srcId="{872E1B28-1276-4881-BA43-28793E42857E}" destId="{A8031BF4-384C-40C1-9357-10F83AD7FCC5}" srcOrd="1" destOrd="0" presId="urn:microsoft.com/office/officeart/2005/8/layout/orgChart1"/>
    <dgm:cxn modelId="{A1B516D5-CA55-4279-9248-8A3BE3A9D6B2}" type="presParOf" srcId="{A8031BF4-384C-40C1-9357-10F83AD7FCC5}" destId="{AE181AD7-BBB7-4546-A400-199AA3F37277}" srcOrd="0" destOrd="0" presId="urn:microsoft.com/office/officeart/2005/8/layout/orgChart1"/>
    <dgm:cxn modelId="{C99F7A16-8797-444F-B2A7-E71C2C03F094}" type="presParOf" srcId="{A8031BF4-384C-40C1-9357-10F83AD7FCC5}" destId="{42E0563E-0E8D-4B92-B534-DFAFEB2525E7}" srcOrd="1" destOrd="0" presId="urn:microsoft.com/office/officeart/2005/8/layout/orgChart1"/>
    <dgm:cxn modelId="{07E2D702-6755-4B6F-8C2C-691FAC176A71}" type="presParOf" srcId="{42E0563E-0E8D-4B92-B534-DFAFEB2525E7}" destId="{CBF41092-6D80-4C80-9307-C1608ACB71B4}" srcOrd="0" destOrd="0" presId="urn:microsoft.com/office/officeart/2005/8/layout/orgChart1"/>
    <dgm:cxn modelId="{633616C3-65A4-4FAB-9C95-2BFD80A27E72}" type="presParOf" srcId="{CBF41092-6D80-4C80-9307-C1608ACB71B4}" destId="{4FCCD477-00EF-4653-A9A1-764D2B973A2A}" srcOrd="0" destOrd="0" presId="urn:microsoft.com/office/officeart/2005/8/layout/orgChart1"/>
    <dgm:cxn modelId="{394BF7F5-3DD3-4959-AC4E-D19C5B54D91C}" type="presParOf" srcId="{CBF41092-6D80-4C80-9307-C1608ACB71B4}" destId="{58A883B6-58BE-4040-BE89-736366E3C60D}" srcOrd="1" destOrd="0" presId="urn:microsoft.com/office/officeart/2005/8/layout/orgChart1"/>
    <dgm:cxn modelId="{0501DD54-39E1-4357-99F6-F846A59D32B4}" type="presParOf" srcId="{42E0563E-0E8D-4B92-B534-DFAFEB2525E7}" destId="{065CB90E-6EFB-402C-B2E5-5D2C3E29A2E7}" srcOrd="1" destOrd="0" presId="urn:microsoft.com/office/officeart/2005/8/layout/orgChart1"/>
    <dgm:cxn modelId="{B6AE39C4-6B86-4230-9331-B1DA0543F761}" type="presParOf" srcId="{42E0563E-0E8D-4B92-B534-DFAFEB2525E7}" destId="{455D684F-8923-4BE0-A7DD-C73EFE85985A}" srcOrd="2" destOrd="0" presId="urn:microsoft.com/office/officeart/2005/8/layout/orgChart1"/>
    <dgm:cxn modelId="{C5B125FB-2734-42B7-93AC-E563786712FF}" type="presParOf" srcId="{A8031BF4-384C-40C1-9357-10F83AD7FCC5}" destId="{50C30AF6-B81C-4288-BB65-0261022B4804}" srcOrd="2" destOrd="0" presId="urn:microsoft.com/office/officeart/2005/8/layout/orgChart1"/>
    <dgm:cxn modelId="{52E68C06-4B3D-4BC4-8D8E-245B2979AA47}" type="presParOf" srcId="{A8031BF4-384C-40C1-9357-10F83AD7FCC5}" destId="{7E29B62A-A3FB-46D3-B6F2-330755FA9874}" srcOrd="3" destOrd="0" presId="urn:microsoft.com/office/officeart/2005/8/layout/orgChart1"/>
    <dgm:cxn modelId="{93267A47-8369-4F11-AC06-766F6320E305}" type="presParOf" srcId="{7E29B62A-A3FB-46D3-B6F2-330755FA9874}" destId="{F5CDF9DB-B4F1-458A-9E41-199263F2C7F6}" srcOrd="0" destOrd="0" presId="urn:microsoft.com/office/officeart/2005/8/layout/orgChart1"/>
    <dgm:cxn modelId="{C8F667AE-FF34-40DD-B122-6BBFEA17771F}" type="presParOf" srcId="{F5CDF9DB-B4F1-458A-9E41-199263F2C7F6}" destId="{83F9B8C6-5598-4A71-B93B-2180FE773A0C}" srcOrd="0" destOrd="0" presId="urn:microsoft.com/office/officeart/2005/8/layout/orgChart1"/>
    <dgm:cxn modelId="{EA2790E0-644F-41F6-895F-C6F065F01174}" type="presParOf" srcId="{F5CDF9DB-B4F1-458A-9E41-199263F2C7F6}" destId="{F7EEA5CF-6382-44DC-8BF3-A442ED492611}" srcOrd="1" destOrd="0" presId="urn:microsoft.com/office/officeart/2005/8/layout/orgChart1"/>
    <dgm:cxn modelId="{71747B8C-10D4-43A9-90E1-329310F57021}" type="presParOf" srcId="{7E29B62A-A3FB-46D3-B6F2-330755FA9874}" destId="{5365DFD4-071B-4E56-8DB8-9FC2B8E10DFF}" srcOrd="1" destOrd="0" presId="urn:microsoft.com/office/officeart/2005/8/layout/orgChart1"/>
    <dgm:cxn modelId="{1BB739AF-2012-49E7-B20D-FCE3B1A022FB}" type="presParOf" srcId="{7E29B62A-A3FB-46D3-B6F2-330755FA9874}" destId="{01C5EA28-8557-4428-9D8A-F2F665BBE2E0}" srcOrd="2" destOrd="0" presId="urn:microsoft.com/office/officeart/2005/8/layout/orgChart1"/>
    <dgm:cxn modelId="{CFDF0B73-46F6-45FF-AF20-6DA6638AD31C}" type="presParOf" srcId="{A8031BF4-384C-40C1-9357-10F83AD7FCC5}" destId="{BCFC46AA-A200-437F-85BD-18150829FBC4}" srcOrd="4" destOrd="0" presId="urn:microsoft.com/office/officeart/2005/8/layout/orgChart1"/>
    <dgm:cxn modelId="{C4474F1E-53AF-4B62-8E5C-4311A2AA4D05}" type="presParOf" srcId="{A8031BF4-384C-40C1-9357-10F83AD7FCC5}" destId="{E5E6AC2E-568C-4B97-93F8-DE4881AEA3EC}" srcOrd="5" destOrd="0" presId="urn:microsoft.com/office/officeart/2005/8/layout/orgChart1"/>
    <dgm:cxn modelId="{72843F5C-5D3E-409D-BFE6-73ADCD2ACDB5}" type="presParOf" srcId="{E5E6AC2E-568C-4B97-93F8-DE4881AEA3EC}" destId="{D056FD07-6B39-40F7-8157-8A4E40E71BE7}" srcOrd="0" destOrd="0" presId="urn:microsoft.com/office/officeart/2005/8/layout/orgChart1"/>
    <dgm:cxn modelId="{DF7ADFB4-14EB-41CB-9BBA-E49044473D46}" type="presParOf" srcId="{D056FD07-6B39-40F7-8157-8A4E40E71BE7}" destId="{B8B5EA46-5A89-4445-94AA-870576DF2BE5}" srcOrd="0" destOrd="0" presId="urn:microsoft.com/office/officeart/2005/8/layout/orgChart1"/>
    <dgm:cxn modelId="{B79988F4-C2C9-4867-8E15-777BE32FBEE0}" type="presParOf" srcId="{D056FD07-6B39-40F7-8157-8A4E40E71BE7}" destId="{FCAD5005-295D-4A9C-81BC-BFC2265DBDAC}" srcOrd="1" destOrd="0" presId="urn:microsoft.com/office/officeart/2005/8/layout/orgChart1"/>
    <dgm:cxn modelId="{0F766066-476C-4503-87FB-9A868F0B7BF2}" type="presParOf" srcId="{E5E6AC2E-568C-4B97-93F8-DE4881AEA3EC}" destId="{F9DD7DDD-5DA1-4759-8BAE-91E157E41032}" srcOrd="1" destOrd="0" presId="urn:microsoft.com/office/officeart/2005/8/layout/orgChart1"/>
    <dgm:cxn modelId="{100BA9C2-A4FC-406A-8B16-31186C8E24D0}" type="presParOf" srcId="{E5E6AC2E-568C-4B97-93F8-DE4881AEA3EC}" destId="{A75163D5-7F09-4E9D-BC5C-A7D576360A89}" srcOrd="2" destOrd="0" presId="urn:microsoft.com/office/officeart/2005/8/layout/orgChart1"/>
    <dgm:cxn modelId="{A79C03BC-1F69-4FF0-A591-4C3249EEFECB}" type="presParOf" srcId="{872E1B28-1276-4881-BA43-28793E42857E}" destId="{91E1F3A3-8FED-42D6-B209-BD95BF5A87AD}" srcOrd="2" destOrd="0" presId="urn:microsoft.com/office/officeart/2005/8/layout/orgChart1"/>
    <dgm:cxn modelId="{F7D181AE-F643-4AA5-97BC-4869806501BE}" type="presParOf" srcId="{91E1F3A3-8FED-42D6-B209-BD95BF5A87AD}" destId="{00CA85F7-5FB0-4DCF-A630-522466AD3D89}" srcOrd="0" destOrd="0" presId="urn:microsoft.com/office/officeart/2005/8/layout/orgChart1"/>
    <dgm:cxn modelId="{216C0507-FC7B-4413-BDFE-3F96D284CFA1}" type="presParOf" srcId="{91E1F3A3-8FED-42D6-B209-BD95BF5A87AD}" destId="{9300AC77-661A-4427-8428-53D41A093E91}" srcOrd="1" destOrd="0" presId="urn:microsoft.com/office/officeart/2005/8/layout/orgChart1"/>
    <dgm:cxn modelId="{F3ABC693-7071-4BC3-AFBD-8850569040E0}" type="presParOf" srcId="{9300AC77-661A-4427-8428-53D41A093E91}" destId="{3A90BA6A-0DA1-425A-A8C1-30BDDF725EB3}" srcOrd="0" destOrd="0" presId="urn:microsoft.com/office/officeart/2005/8/layout/orgChart1"/>
    <dgm:cxn modelId="{7E6C900E-08D3-4183-AFEB-85E30596CF78}" type="presParOf" srcId="{3A90BA6A-0DA1-425A-A8C1-30BDDF725EB3}" destId="{9F039A72-1BAA-4E34-A0C6-A2780E69889D}" srcOrd="0" destOrd="0" presId="urn:microsoft.com/office/officeart/2005/8/layout/orgChart1"/>
    <dgm:cxn modelId="{C3FFB8EA-D9F8-49BA-A417-4DE9C6C947B6}" type="presParOf" srcId="{3A90BA6A-0DA1-425A-A8C1-30BDDF725EB3}" destId="{24103CC5-5E9E-4325-9509-BD4E4140317A}" srcOrd="1" destOrd="0" presId="urn:microsoft.com/office/officeart/2005/8/layout/orgChart1"/>
    <dgm:cxn modelId="{A5A8071A-DC82-4BE1-972D-4AC0BA5149E5}" type="presParOf" srcId="{9300AC77-661A-4427-8428-53D41A093E91}" destId="{5682BDCA-A39F-4E3F-B7D8-15A5BA92CD9B}" srcOrd="1" destOrd="0" presId="urn:microsoft.com/office/officeart/2005/8/layout/orgChart1"/>
    <dgm:cxn modelId="{B54DD1D3-76A7-44AD-B576-483C4E890FD0}" type="presParOf" srcId="{9300AC77-661A-4427-8428-53D41A093E91}" destId="{3423003F-3E3A-4C07-B551-A64F5DABBDC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03AF617-6F11-4D26-981B-DC8648DD715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C6814C33-8955-4880-8E19-F3FEEE4E71EF}">
      <dgm:prSet phldrT="[Text]" custT="1"/>
      <dgm:spPr>
        <a:solidFill>
          <a:schemeClr val="accent5">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sz="700" dirty="0"/>
            <a:t>“CTO”</a:t>
          </a:r>
        </a:p>
      </dgm:t>
    </dgm:pt>
    <dgm:pt modelId="{6878857C-5EC5-44D1-9C7E-E563E633770F}" type="parTrans" cxnId="{389883C3-ADCB-4A66-AE64-7FDE8FCDE339}">
      <dgm:prSet/>
      <dgm:spPr/>
      <dgm:t>
        <a:bodyPr/>
        <a:lstStyle/>
        <a:p>
          <a:endParaRPr lang="en-US" sz="700"/>
        </a:p>
      </dgm:t>
    </dgm:pt>
    <dgm:pt modelId="{0E4A8D6A-36E7-41A8-9171-0E6789D971AB}" type="sibTrans" cxnId="{389883C3-ADCB-4A66-AE64-7FDE8FCDE339}">
      <dgm:prSet/>
      <dgm:spPr/>
      <dgm:t>
        <a:bodyPr/>
        <a:lstStyle/>
        <a:p>
          <a:endParaRPr lang="en-US" sz="700"/>
        </a:p>
      </dgm:t>
    </dgm:pt>
    <dgm:pt modelId="{37451F65-2F9B-45AF-9FE6-C0DA319C7043}" type="asst">
      <dgm:prSet phldrT="[Text]" custT="1"/>
      <dgm:spPr>
        <a:solidFill>
          <a:schemeClr val="accent5">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sz="300" dirty="0"/>
            <a:t>Deputy CTO</a:t>
          </a:r>
        </a:p>
      </dgm:t>
    </dgm:pt>
    <dgm:pt modelId="{729257DA-4481-425D-A548-56A26F736C3D}" type="parTrans" cxnId="{EF0F4833-A059-4397-9FC4-49BFBF9986F1}">
      <dgm:prSet/>
      <dgm:spPr/>
      <dgm:t>
        <a:bodyPr/>
        <a:lstStyle/>
        <a:p>
          <a:endParaRPr lang="en-US" sz="700"/>
        </a:p>
      </dgm:t>
    </dgm:pt>
    <dgm:pt modelId="{2F178D00-D21B-4E23-AC2E-C1864436A6B0}" type="sibTrans" cxnId="{EF0F4833-A059-4397-9FC4-49BFBF9986F1}">
      <dgm:prSet/>
      <dgm:spPr/>
      <dgm:t>
        <a:bodyPr/>
        <a:lstStyle/>
        <a:p>
          <a:endParaRPr lang="en-US" sz="700"/>
        </a:p>
      </dgm:t>
    </dgm:pt>
    <dgm:pt modelId="{5A40E443-C7C0-4D92-8A70-9019F2CAB6E8}">
      <dgm:prSet phldrT="[Text]" custT="1"/>
      <dgm:spPr>
        <a:solidFill>
          <a:srgbClr val="5B9BD5">
            <a:lumMod val="20000"/>
            <a:lumOff val="8000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spcFirstLastPara="0" vert="horz" wrap="square" lIns="1905" tIns="1905" rIns="1905" bIns="1905" numCol="1" spcCol="1270" anchor="ctr" anchorCtr="0"/>
        <a:lstStyle/>
        <a:p>
          <a:pPr marL="0" lvl="0" indent="0" algn="ctr" defTabSz="133350">
            <a:lnSpc>
              <a:spcPct val="90000"/>
            </a:lnSpc>
            <a:spcBef>
              <a:spcPct val="0"/>
            </a:spcBef>
            <a:spcAft>
              <a:spcPct val="35000"/>
            </a:spcAft>
            <a:buNone/>
          </a:pPr>
          <a:r>
            <a:rPr lang="en-US" sz="300" kern="1200" dirty="0">
              <a:solidFill>
                <a:prstClr val="white"/>
              </a:solidFill>
              <a:latin typeface="Calibri" panose="020F0502020204030204"/>
              <a:ea typeface="+mn-ea"/>
              <a:cs typeface="+mn-cs"/>
            </a:rPr>
            <a:t>IT</a:t>
          </a:r>
        </a:p>
      </dgm:t>
    </dgm:pt>
    <dgm:pt modelId="{8F67A094-A107-4935-A6E7-8B2CEDDA9931}" type="parTrans" cxnId="{8D2FD29E-0787-4F4D-8982-12F76B39667B}">
      <dgm:prSet/>
      <dgm:spPr/>
      <dgm:t>
        <a:bodyPr/>
        <a:lstStyle/>
        <a:p>
          <a:endParaRPr lang="en-US" sz="700"/>
        </a:p>
      </dgm:t>
    </dgm:pt>
    <dgm:pt modelId="{03D06833-3FBF-4C52-8CF4-64B2F05C4D40}" type="sibTrans" cxnId="{8D2FD29E-0787-4F4D-8982-12F76B39667B}">
      <dgm:prSet/>
      <dgm:spPr/>
      <dgm:t>
        <a:bodyPr/>
        <a:lstStyle/>
        <a:p>
          <a:endParaRPr lang="en-US" sz="700"/>
        </a:p>
      </dgm:t>
    </dgm:pt>
    <dgm:pt modelId="{7AE86B23-846A-437C-A944-3ACCCFADD6EE}">
      <dgm:prSet custT="1"/>
      <dgm:spPr>
        <a:solidFill>
          <a:schemeClr val="accent5">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buFont typeface="+mj-lt"/>
            <a:buAutoNum type="alphaLcPeriod"/>
          </a:pPr>
          <a:r>
            <a:rPr lang="en-US" sz="700" dirty="0"/>
            <a:t>Product </a:t>
          </a:r>
          <a:br>
            <a:rPr lang="en-US" sz="700" dirty="0"/>
          </a:br>
          <a:r>
            <a:rPr lang="en-US" sz="700" dirty="0"/>
            <a:t>Management</a:t>
          </a:r>
        </a:p>
      </dgm:t>
    </dgm:pt>
    <dgm:pt modelId="{2B519B5E-E496-445C-832B-B853FF008CBC}" type="parTrans" cxnId="{509774FC-C361-4C07-B369-322AEB2501B6}">
      <dgm:prSet/>
      <dgm:spPr/>
      <dgm:t>
        <a:bodyPr/>
        <a:lstStyle/>
        <a:p>
          <a:endParaRPr lang="en-US" sz="700"/>
        </a:p>
      </dgm:t>
    </dgm:pt>
    <dgm:pt modelId="{74F6156A-8226-44BC-AFC4-B57E71584F12}" type="sibTrans" cxnId="{509774FC-C361-4C07-B369-322AEB2501B6}">
      <dgm:prSet/>
      <dgm:spPr/>
      <dgm:t>
        <a:bodyPr/>
        <a:lstStyle/>
        <a:p>
          <a:endParaRPr lang="en-US" sz="700"/>
        </a:p>
      </dgm:t>
    </dgm:pt>
    <dgm:pt modelId="{0EBA61D8-AB50-4C8C-BFDA-5E7EE47FDCB9}">
      <dgm:prSet custT="1"/>
      <dgm:spPr>
        <a:solidFill>
          <a:srgbClr val="4472C4">
            <a:hueOff val="0"/>
            <a:satOff val="0"/>
            <a:lumOff val="0"/>
            <a:alphaOff val="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spcFirstLastPara="0" vert="horz" wrap="square" lIns="4445" tIns="4445" rIns="4445" bIns="4445" numCol="1" spcCol="1270" anchor="ctr" anchorCtr="0"/>
        <a:lstStyle/>
        <a:p>
          <a:r>
            <a:rPr lang="en-US" sz="500" kern="1200" dirty="0"/>
            <a:t>Field </a:t>
          </a:r>
          <a:r>
            <a:rPr lang="en-US" sz="500" kern="1200" dirty="0">
              <a:solidFill>
                <a:prstClr val="white"/>
              </a:solidFill>
              <a:latin typeface="Calibri" panose="020F0502020204030204"/>
              <a:ea typeface="+mn-ea"/>
              <a:cs typeface="+mn-cs"/>
            </a:rPr>
            <a:t>Support</a:t>
          </a:r>
        </a:p>
      </dgm:t>
    </dgm:pt>
    <dgm:pt modelId="{1A994F0A-A6BE-400A-9131-B2E7FCDD429D}" type="parTrans" cxnId="{8E8C5F19-86BD-4477-9E90-874731A8EDA9}">
      <dgm:prSet/>
      <dgm:spPr/>
      <dgm:t>
        <a:bodyPr/>
        <a:lstStyle/>
        <a:p>
          <a:endParaRPr lang="en-US" sz="700"/>
        </a:p>
      </dgm:t>
    </dgm:pt>
    <dgm:pt modelId="{BD9F05A7-ADBE-4DC8-9C09-D52B4F7EC4AD}" type="sibTrans" cxnId="{8E8C5F19-86BD-4477-9E90-874731A8EDA9}">
      <dgm:prSet/>
      <dgm:spPr/>
      <dgm:t>
        <a:bodyPr/>
        <a:lstStyle/>
        <a:p>
          <a:endParaRPr lang="en-US" sz="700"/>
        </a:p>
      </dgm:t>
    </dgm:pt>
    <dgm:pt modelId="{1AFD94F9-AF1C-43F6-BA4C-C169B65D78BF}" type="pres">
      <dgm:prSet presAssocID="{A03AF617-6F11-4D26-981B-DC8648DD7156}" presName="hierChild1" presStyleCnt="0">
        <dgm:presLayoutVars>
          <dgm:orgChart val="1"/>
          <dgm:chPref val="1"/>
          <dgm:dir/>
          <dgm:animOne val="branch"/>
          <dgm:animLvl val="lvl"/>
          <dgm:resizeHandles/>
        </dgm:presLayoutVars>
      </dgm:prSet>
      <dgm:spPr/>
      <dgm:t>
        <a:bodyPr/>
        <a:lstStyle/>
        <a:p>
          <a:endParaRPr lang="en-US"/>
        </a:p>
      </dgm:t>
    </dgm:pt>
    <dgm:pt modelId="{872E1B28-1276-4881-BA43-28793E42857E}" type="pres">
      <dgm:prSet presAssocID="{C6814C33-8955-4880-8E19-F3FEEE4E71EF}" presName="hierRoot1" presStyleCnt="0">
        <dgm:presLayoutVars>
          <dgm:hierBranch val="init"/>
        </dgm:presLayoutVars>
      </dgm:prSet>
      <dgm:spPr/>
    </dgm:pt>
    <dgm:pt modelId="{97AC8A46-C336-450D-B2D8-C94155A55667}" type="pres">
      <dgm:prSet presAssocID="{C6814C33-8955-4880-8E19-F3FEEE4E71EF}" presName="rootComposite1" presStyleCnt="0"/>
      <dgm:spPr/>
    </dgm:pt>
    <dgm:pt modelId="{AE2812BD-0E60-4C0C-9F92-41064E158913}" type="pres">
      <dgm:prSet presAssocID="{C6814C33-8955-4880-8E19-F3FEEE4E71EF}" presName="rootText1" presStyleLbl="node0" presStyleIdx="0" presStyleCnt="1">
        <dgm:presLayoutVars>
          <dgm:chPref val="3"/>
        </dgm:presLayoutVars>
      </dgm:prSet>
      <dgm:spPr/>
      <dgm:t>
        <a:bodyPr/>
        <a:lstStyle/>
        <a:p>
          <a:endParaRPr lang="en-US"/>
        </a:p>
      </dgm:t>
    </dgm:pt>
    <dgm:pt modelId="{7C100102-DED9-43D0-B71A-C85DDCD5FF69}" type="pres">
      <dgm:prSet presAssocID="{C6814C33-8955-4880-8E19-F3FEEE4E71EF}" presName="rootConnector1" presStyleLbl="node1" presStyleIdx="0" presStyleCnt="0"/>
      <dgm:spPr/>
      <dgm:t>
        <a:bodyPr/>
        <a:lstStyle/>
        <a:p>
          <a:endParaRPr lang="en-US"/>
        </a:p>
      </dgm:t>
    </dgm:pt>
    <dgm:pt modelId="{A8031BF4-384C-40C1-9357-10F83AD7FCC5}" type="pres">
      <dgm:prSet presAssocID="{C6814C33-8955-4880-8E19-F3FEEE4E71EF}" presName="hierChild2" presStyleCnt="0"/>
      <dgm:spPr/>
    </dgm:pt>
    <dgm:pt modelId="{AE181AD7-BBB7-4546-A400-199AA3F37277}" type="pres">
      <dgm:prSet presAssocID="{8F67A094-A107-4935-A6E7-8B2CEDDA9931}" presName="Name37" presStyleLbl="parChTrans1D2" presStyleIdx="0" presStyleCnt="4"/>
      <dgm:spPr/>
      <dgm:t>
        <a:bodyPr/>
        <a:lstStyle/>
        <a:p>
          <a:endParaRPr lang="en-US"/>
        </a:p>
      </dgm:t>
    </dgm:pt>
    <dgm:pt modelId="{42E0563E-0E8D-4B92-B534-DFAFEB2525E7}" type="pres">
      <dgm:prSet presAssocID="{5A40E443-C7C0-4D92-8A70-9019F2CAB6E8}" presName="hierRoot2" presStyleCnt="0">
        <dgm:presLayoutVars>
          <dgm:hierBranch val="init"/>
        </dgm:presLayoutVars>
      </dgm:prSet>
      <dgm:spPr/>
    </dgm:pt>
    <dgm:pt modelId="{CBF41092-6D80-4C80-9307-C1608ACB71B4}" type="pres">
      <dgm:prSet presAssocID="{5A40E443-C7C0-4D92-8A70-9019F2CAB6E8}" presName="rootComposite" presStyleCnt="0"/>
      <dgm:spPr/>
    </dgm:pt>
    <dgm:pt modelId="{4FCCD477-00EF-4653-A9A1-764D2B973A2A}" type="pres">
      <dgm:prSet presAssocID="{5A40E443-C7C0-4D92-8A70-9019F2CAB6E8}" presName="rootText" presStyleLbl="node2" presStyleIdx="0" presStyleCnt="3">
        <dgm:presLayoutVars>
          <dgm:chPref val="3"/>
        </dgm:presLayoutVars>
      </dgm:prSet>
      <dgm:spPr>
        <a:xfrm>
          <a:off x="175791" y="443938"/>
          <a:ext cx="312574" cy="156287"/>
        </a:xfrm>
        <a:prstGeom prst="rect">
          <a:avLst/>
        </a:prstGeom>
      </dgm:spPr>
      <dgm:t>
        <a:bodyPr/>
        <a:lstStyle/>
        <a:p>
          <a:endParaRPr lang="en-US"/>
        </a:p>
      </dgm:t>
    </dgm:pt>
    <dgm:pt modelId="{58A883B6-58BE-4040-BE89-736366E3C60D}" type="pres">
      <dgm:prSet presAssocID="{5A40E443-C7C0-4D92-8A70-9019F2CAB6E8}" presName="rootConnector" presStyleLbl="node2" presStyleIdx="0" presStyleCnt="3"/>
      <dgm:spPr/>
      <dgm:t>
        <a:bodyPr/>
        <a:lstStyle/>
        <a:p>
          <a:endParaRPr lang="en-US"/>
        </a:p>
      </dgm:t>
    </dgm:pt>
    <dgm:pt modelId="{065CB90E-6EFB-402C-B2E5-5D2C3E29A2E7}" type="pres">
      <dgm:prSet presAssocID="{5A40E443-C7C0-4D92-8A70-9019F2CAB6E8}" presName="hierChild4" presStyleCnt="0"/>
      <dgm:spPr/>
    </dgm:pt>
    <dgm:pt modelId="{455D684F-8923-4BE0-A7DD-C73EFE85985A}" type="pres">
      <dgm:prSet presAssocID="{5A40E443-C7C0-4D92-8A70-9019F2CAB6E8}" presName="hierChild5" presStyleCnt="0"/>
      <dgm:spPr/>
    </dgm:pt>
    <dgm:pt modelId="{50C30AF6-B81C-4288-BB65-0261022B4804}" type="pres">
      <dgm:prSet presAssocID="{2B519B5E-E496-445C-832B-B853FF008CBC}" presName="Name37" presStyleLbl="parChTrans1D2" presStyleIdx="1" presStyleCnt="4"/>
      <dgm:spPr/>
      <dgm:t>
        <a:bodyPr/>
        <a:lstStyle/>
        <a:p>
          <a:endParaRPr lang="en-US"/>
        </a:p>
      </dgm:t>
    </dgm:pt>
    <dgm:pt modelId="{7E29B62A-A3FB-46D3-B6F2-330755FA9874}" type="pres">
      <dgm:prSet presAssocID="{7AE86B23-846A-437C-A944-3ACCCFADD6EE}" presName="hierRoot2" presStyleCnt="0">
        <dgm:presLayoutVars>
          <dgm:hierBranch val="init"/>
        </dgm:presLayoutVars>
      </dgm:prSet>
      <dgm:spPr/>
    </dgm:pt>
    <dgm:pt modelId="{F5CDF9DB-B4F1-458A-9E41-199263F2C7F6}" type="pres">
      <dgm:prSet presAssocID="{7AE86B23-846A-437C-A944-3ACCCFADD6EE}" presName="rootComposite" presStyleCnt="0"/>
      <dgm:spPr/>
    </dgm:pt>
    <dgm:pt modelId="{83F9B8C6-5598-4A71-B93B-2180FE773A0C}" type="pres">
      <dgm:prSet presAssocID="{7AE86B23-846A-437C-A944-3ACCCFADD6EE}" presName="rootText" presStyleLbl="node2" presStyleIdx="1" presStyleCnt="3">
        <dgm:presLayoutVars>
          <dgm:chPref val="3"/>
        </dgm:presLayoutVars>
      </dgm:prSet>
      <dgm:spPr/>
      <dgm:t>
        <a:bodyPr/>
        <a:lstStyle/>
        <a:p>
          <a:endParaRPr lang="en-US"/>
        </a:p>
      </dgm:t>
    </dgm:pt>
    <dgm:pt modelId="{F7EEA5CF-6382-44DC-8BF3-A442ED492611}" type="pres">
      <dgm:prSet presAssocID="{7AE86B23-846A-437C-A944-3ACCCFADD6EE}" presName="rootConnector" presStyleLbl="node2" presStyleIdx="1" presStyleCnt="3"/>
      <dgm:spPr/>
      <dgm:t>
        <a:bodyPr/>
        <a:lstStyle/>
        <a:p>
          <a:endParaRPr lang="en-US"/>
        </a:p>
      </dgm:t>
    </dgm:pt>
    <dgm:pt modelId="{5365DFD4-071B-4E56-8DB8-9FC2B8E10DFF}" type="pres">
      <dgm:prSet presAssocID="{7AE86B23-846A-437C-A944-3ACCCFADD6EE}" presName="hierChild4" presStyleCnt="0"/>
      <dgm:spPr/>
    </dgm:pt>
    <dgm:pt modelId="{01C5EA28-8557-4428-9D8A-F2F665BBE2E0}" type="pres">
      <dgm:prSet presAssocID="{7AE86B23-846A-437C-A944-3ACCCFADD6EE}" presName="hierChild5" presStyleCnt="0"/>
      <dgm:spPr/>
    </dgm:pt>
    <dgm:pt modelId="{BCFC46AA-A200-437F-85BD-18150829FBC4}" type="pres">
      <dgm:prSet presAssocID="{1A994F0A-A6BE-400A-9131-B2E7FCDD429D}" presName="Name37" presStyleLbl="parChTrans1D2" presStyleIdx="2" presStyleCnt="4"/>
      <dgm:spPr/>
      <dgm:t>
        <a:bodyPr/>
        <a:lstStyle/>
        <a:p>
          <a:endParaRPr lang="en-US"/>
        </a:p>
      </dgm:t>
    </dgm:pt>
    <dgm:pt modelId="{E5E6AC2E-568C-4B97-93F8-DE4881AEA3EC}" type="pres">
      <dgm:prSet presAssocID="{0EBA61D8-AB50-4C8C-BFDA-5E7EE47FDCB9}" presName="hierRoot2" presStyleCnt="0">
        <dgm:presLayoutVars>
          <dgm:hierBranch val="init"/>
        </dgm:presLayoutVars>
      </dgm:prSet>
      <dgm:spPr/>
    </dgm:pt>
    <dgm:pt modelId="{D056FD07-6B39-40F7-8157-8A4E40E71BE7}" type="pres">
      <dgm:prSet presAssocID="{0EBA61D8-AB50-4C8C-BFDA-5E7EE47FDCB9}" presName="rootComposite" presStyleCnt="0"/>
      <dgm:spPr/>
    </dgm:pt>
    <dgm:pt modelId="{B8B5EA46-5A89-4445-94AA-870576DF2BE5}" type="pres">
      <dgm:prSet presAssocID="{0EBA61D8-AB50-4C8C-BFDA-5E7EE47FDCB9}" presName="rootText" presStyleLbl="node2" presStyleIdx="2" presStyleCnt="3">
        <dgm:presLayoutVars>
          <dgm:chPref val="3"/>
        </dgm:presLayoutVars>
      </dgm:prSet>
      <dgm:spPr>
        <a:xfrm>
          <a:off x="932221" y="443938"/>
          <a:ext cx="312574" cy="156287"/>
        </a:xfrm>
        <a:prstGeom prst="rect">
          <a:avLst/>
        </a:prstGeom>
      </dgm:spPr>
      <dgm:t>
        <a:bodyPr/>
        <a:lstStyle/>
        <a:p>
          <a:endParaRPr lang="en-US"/>
        </a:p>
      </dgm:t>
    </dgm:pt>
    <dgm:pt modelId="{FCAD5005-295D-4A9C-81BC-BFC2265DBDAC}" type="pres">
      <dgm:prSet presAssocID="{0EBA61D8-AB50-4C8C-BFDA-5E7EE47FDCB9}" presName="rootConnector" presStyleLbl="node2" presStyleIdx="2" presStyleCnt="3"/>
      <dgm:spPr/>
      <dgm:t>
        <a:bodyPr/>
        <a:lstStyle/>
        <a:p>
          <a:endParaRPr lang="en-US"/>
        </a:p>
      </dgm:t>
    </dgm:pt>
    <dgm:pt modelId="{F9DD7DDD-5DA1-4759-8BAE-91E157E41032}" type="pres">
      <dgm:prSet presAssocID="{0EBA61D8-AB50-4C8C-BFDA-5E7EE47FDCB9}" presName="hierChild4" presStyleCnt="0"/>
      <dgm:spPr/>
    </dgm:pt>
    <dgm:pt modelId="{A75163D5-7F09-4E9D-BC5C-A7D576360A89}" type="pres">
      <dgm:prSet presAssocID="{0EBA61D8-AB50-4C8C-BFDA-5E7EE47FDCB9}" presName="hierChild5" presStyleCnt="0"/>
      <dgm:spPr/>
    </dgm:pt>
    <dgm:pt modelId="{91E1F3A3-8FED-42D6-B209-BD95BF5A87AD}" type="pres">
      <dgm:prSet presAssocID="{C6814C33-8955-4880-8E19-F3FEEE4E71EF}" presName="hierChild3" presStyleCnt="0"/>
      <dgm:spPr/>
    </dgm:pt>
    <dgm:pt modelId="{00CA85F7-5FB0-4DCF-A630-522466AD3D89}" type="pres">
      <dgm:prSet presAssocID="{729257DA-4481-425D-A548-56A26F736C3D}" presName="Name111" presStyleLbl="parChTrans1D2" presStyleIdx="3" presStyleCnt="4"/>
      <dgm:spPr/>
      <dgm:t>
        <a:bodyPr/>
        <a:lstStyle/>
        <a:p>
          <a:endParaRPr lang="en-US"/>
        </a:p>
      </dgm:t>
    </dgm:pt>
    <dgm:pt modelId="{9300AC77-661A-4427-8428-53D41A093E91}" type="pres">
      <dgm:prSet presAssocID="{37451F65-2F9B-45AF-9FE6-C0DA319C7043}" presName="hierRoot3" presStyleCnt="0">
        <dgm:presLayoutVars>
          <dgm:hierBranch val="init"/>
        </dgm:presLayoutVars>
      </dgm:prSet>
      <dgm:spPr/>
    </dgm:pt>
    <dgm:pt modelId="{3A90BA6A-0DA1-425A-A8C1-30BDDF725EB3}" type="pres">
      <dgm:prSet presAssocID="{37451F65-2F9B-45AF-9FE6-C0DA319C7043}" presName="rootComposite3" presStyleCnt="0"/>
      <dgm:spPr/>
    </dgm:pt>
    <dgm:pt modelId="{9F039A72-1BAA-4E34-A0C6-A2780E69889D}" type="pres">
      <dgm:prSet presAssocID="{37451F65-2F9B-45AF-9FE6-C0DA319C7043}" presName="rootText3" presStyleLbl="asst1" presStyleIdx="0" presStyleCnt="1" custLinFactX="29827" custLinFactNeighborX="100000">
        <dgm:presLayoutVars>
          <dgm:chPref val="3"/>
        </dgm:presLayoutVars>
      </dgm:prSet>
      <dgm:spPr/>
      <dgm:t>
        <a:bodyPr/>
        <a:lstStyle/>
        <a:p>
          <a:endParaRPr lang="en-US"/>
        </a:p>
      </dgm:t>
    </dgm:pt>
    <dgm:pt modelId="{24103CC5-5E9E-4325-9509-BD4E4140317A}" type="pres">
      <dgm:prSet presAssocID="{37451F65-2F9B-45AF-9FE6-C0DA319C7043}" presName="rootConnector3" presStyleLbl="asst1" presStyleIdx="0" presStyleCnt="1"/>
      <dgm:spPr/>
      <dgm:t>
        <a:bodyPr/>
        <a:lstStyle/>
        <a:p>
          <a:endParaRPr lang="en-US"/>
        </a:p>
      </dgm:t>
    </dgm:pt>
    <dgm:pt modelId="{5682BDCA-A39F-4E3F-B7D8-15A5BA92CD9B}" type="pres">
      <dgm:prSet presAssocID="{37451F65-2F9B-45AF-9FE6-C0DA319C7043}" presName="hierChild6" presStyleCnt="0"/>
      <dgm:spPr/>
    </dgm:pt>
    <dgm:pt modelId="{3423003F-3E3A-4C07-B551-A64F5DABBDC3}" type="pres">
      <dgm:prSet presAssocID="{37451F65-2F9B-45AF-9FE6-C0DA319C7043}" presName="hierChild7" presStyleCnt="0"/>
      <dgm:spPr/>
    </dgm:pt>
  </dgm:ptLst>
  <dgm:cxnLst>
    <dgm:cxn modelId="{2604F5B1-B0CC-4DD1-A173-B1BA443257DF}" type="presOf" srcId="{0EBA61D8-AB50-4C8C-BFDA-5E7EE47FDCB9}" destId="{FCAD5005-295D-4A9C-81BC-BFC2265DBDAC}" srcOrd="1" destOrd="0" presId="urn:microsoft.com/office/officeart/2005/8/layout/orgChart1"/>
    <dgm:cxn modelId="{89EA70B0-CBE2-49DC-9AD7-9126278255AA}" type="presOf" srcId="{C6814C33-8955-4880-8E19-F3FEEE4E71EF}" destId="{AE2812BD-0E60-4C0C-9F92-41064E158913}" srcOrd="0" destOrd="0" presId="urn:microsoft.com/office/officeart/2005/8/layout/orgChart1"/>
    <dgm:cxn modelId="{EF0F4833-A059-4397-9FC4-49BFBF9986F1}" srcId="{C6814C33-8955-4880-8E19-F3FEEE4E71EF}" destId="{37451F65-2F9B-45AF-9FE6-C0DA319C7043}" srcOrd="0" destOrd="0" parTransId="{729257DA-4481-425D-A548-56A26F736C3D}" sibTransId="{2F178D00-D21B-4E23-AC2E-C1864436A6B0}"/>
    <dgm:cxn modelId="{70D07E2D-9DCF-4540-9934-16C588409274}" type="presOf" srcId="{5A40E443-C7C0-4D92-8A70-9019F2CAB6E8}" destId="{4FCCD477-00EF-4653-A9A1-764D2B973A2A}" srcOrd="0" destOrd="0" presId="urn:microsoft.com/office/officeart/2005/8/layout/orgChart1"/>
    <dgm:cxn modelId="{389883C3-ADCB-4A66-AE64-7FDE8FCDE339}" srcId="{A03AF617-6F11-4D26-981B-DC8648DD7156}" destId="{C6814C33-8955-4880-8E19-F3FEEE4E71EF}" srcOrd="0" destOrd="0" parTransId="{6878857C-5EC5-44D1-9C7E-E563E633770F}" sibTransId="{0E4A8D6A-36E7-41A8-9171-0E6789D971AB}"/>
    <dgm:cxn modelId="{7C75A240-37D7-4708-9F99-2ABF0A455A35}" type="presOf" srcId="{37451F65-2F9B-45AF-9FE6-C0DA319C7043}" destId="{24103CC5-5E9E-4325-9509-BD4E4140317A}" srcOrd="1" destOrd="0" presId="urn:microsoft.com/office/officeart/2005/8/layout/orgChart1"/>
    <dgm:cxn modelId="{B4FC0A74-951C-46E7-8C33-43518825D3EB}" type="presOf" srcId="{8F67A094-A107-4935-A6E7-8B2CEDDA9931}" destId="{AE181AD7-BBB7-4546-A400-199AA3F37277}" srcOrd="0" destOrd="0" presId="urn:microsoft.com/office/officeart/2005/8/layout/orgChart1"/>
    <dgm:cxn modelId="{0E195AAF-6424-4365-BD7E-2BDCA6FCFAEC}" type="presOf" srcId="{1A994F0A-A6BE-400A-9131-B2E7FCDD429D}" destId="{BCFC46AA-A200-437F-85BD-18150829FBC4}" srcOrd="0" destOrd="0" presId="urn:microsoft.com/office/officeart/2005/8/layout/orgChart1"/>
    <dgm:cxn modelId="{6D14C2DF-7078-42BE-A5A7-E74447881187}" type="presOf" srcId="{5A40E443-C7C0-4D92-8A70-9019F2CAB6E8}" destId="{58A883B6-58BE-4040-BE89-736366E3C60D}" srcOrd="1" destOrd="0" presId="urn:microsoft.com/office/officeart/2005/8/layout/orgChart1"/>
    <dgm:cxn modelId="{509774FC-C361-4C07-B369-322AEB2501B6}" srcId="{C6814C33-8955-4880-8E19-F3FEEE4E71EF}" destId="{7AE86B23-846A-437C-A944-3ACCCFADD6EE}" srcOrd="2" destOrd="0" parTransId="{2B519B5E-E496-445C-832B-B853FF008CBC}" sibTransId="{74F6156A-8226-44BC-AFC4-B57E71584F12}"/>
    <dgm:cxn modelId="{8059EE93-114B-4A6C-804A-82E17834B72A}" type="presOf" srcId="{7AE86B23-846A-437C-A944-3ACCCFADD6EE}" destId="{83F9B8C6-5598-4A71-B93B-2180FE773A0C}" srcOrd="0" destOrd="0" presId="urn:microsoft.com/office/officeart/2005/8/layout/orgChart1"/>
    <dgm:cxn modelId="{8D2FD29E-0787-4F4D-8982-12F76B39667B}" srcId="{C6814C33-8955-4880-8E19-F3FEEE4E71EF}" destId="{5A40E443-C7C0-4D92-8A70-9019F2CAB6E8}" srcOrd="1" destOrd="0" parTransId="{8F67A094-A107-4935-A6E7-8B2CEDDA9931}" sibTransId="{03D06833-3FBF-4C52-8CF4-64B2F05C4D40}"/>
    <dgm:cxn modelId="{114EFAD4-0AE8-44F3-B619-B637F879F4C2}" type="presOf" srcId="{A03AF617-6F11-4D26-981B-DC8648DD7156}" destId="{1AFD94F9-AF1C-43F6-BA4C-C169B65D78BF}" srcOrd="0" destOrd="0" presId="urn:microsoft.com/office/officeart/2005/8/layout/orgChart1"/>
    <dgm:cxn modelId="{9B5F105E-4724-4285-9B21-B52FEBF1DF63}" type="presOf" srcId="{2B519B5E-E496-445C-832B-B853FF008CBC}" destId="{50C30AF6-B81C-4288-BB65-0261022B4804}" srcOrd="0" destOrd="0" presId="urn:microsoft.com/office/officeart/2005/8/layout/orgChart1"/>
    <dgm:cxn modelId="{BEF85409-06B7-4203-8CB8-23D1F86732A4}" type="presOf" srcId="{729257DA-4481-425D-A548-56A26F736C3D}" destId="{00CA85F7-5FB0-4DCF-A630-522466AD3D89}" srcOrd="0" destOrd="0" presId="urn:microsoft.com/office/officeart/2005/8/layout/orgChart1"/>
    <dgm:cxn modelId="{10035973-34B8-46E6-9C46-BA2BB7CA60B1}" type="presOf" srcId="{0EBA61D8-AB50-4C8C-BFDA-5E7EE47FDCB9}" destId="{B8B5EA46-5A89-4445-94AA-870576DF2BE5}" srcOrd="0" destOrd="0" presId="urn:microsoft.com/office/officeart/2005/8/layout/orgChart1"/>
    <dgm:cxn modelId="{4DAE66C0-B69B-4DB8-A0E3-F0836703681B}" type="presOf" srcId="{37451F65-2F9B-45AF-9FE6-C0DA319C7043}" destId="{9F039A72-1BAA-4E34-A0C6-A2780E69889D}" srcOrd="0" destOrd="0" presId="urn:microsoft.com/office/officeart/2005/8/layout/orgChart1"/>
    <dgm:cxn modelId="{37C4D028-7263-4A19-9415-4F756F6AD4E0}" type="presOf" srcId="{C6814C33-8955-4880-8E19-F3FEEE4E71EF}" destId="{7C100102-DED9-43D0-B71A-C85DDCD5FF69}" srcOrd="1" destOrd="0" presId="urn:microsoft.com/office/officeart/2005/8/layout/orgChart1"/>
    <dgm:cxn modelId="{8E8C5F19-86BD-4477-9E90-874731A8EDA9}" srcId="{C6814C33-8955-4880-8E19-F3FEEE4E71EF}" destId="{0EBA61D8-AB50-4C8C-BFDA-5E7EE47FDCB9}" srcOrd="3" destOrd="0" parTransId="{1A994F0A-A6BE-400A-9131-B2E7FCDD429D}" sibTransId="{BD9F05A7-ADBE-4DC8-9C09-D52B4F7EC4AD}"/>
    <dgm:cxn modelId="{40C9A053-DC67-4239-AD24-59207DF1A728}" type="presOf" srcId="{7AE86B23-846A-437C-A944-3ACCCFADD6EE}" destId="{F7EEA5CF-6382-44DC-8BF3-A442ED492611}" srcOrd="1" destOrd="0" presId="urn:microsoft.com/office/officeart/2005/8/layout/orgChart1"/>
    <dgm:cxn modelId="{93F8D004-C71E-4737-BC0E-018EE9A21689}" type="presParOf" srcId="{1AFD94F9-AF1C-43F6-BA4C-C169B65D78BF}" destId="{872E1B28-1276-4881-BA43-28793E42857E}" srcOrd="0" destOrd="0" presId="urn:microsoft.com/office/officeart/2005/8/layout/orgChart1"/>
    <dgm:cxn modelId="{6049BEF5-77E4-4B8C-9EBF-D214D6C74B11}" type="presParOf" srcId="{872E1B28-1276-4881-BA43-28793E42857E}" destId="{97AC8A46-C336-450D-B2D8-C94155A55667}" srcOrd="0" destOrd="0" presId="urn:microsoft.com/office/officeart/2005/8/layout/orgChart1"/>
    <dgm:cxn modelId="{FB813773-2CCC-4169-BB33-FB3B4F45F3E8}" type="presParOf" srcId="{97AC8A46-C336-450D-B2D8-C94155A55667}" destId="{AE2812BD-0E60-4C0C-9F92-41064E158913}" srcOrd="0" destOrd="0" presId="urn:microsoft.com/office/officeart/2005/8/layout/orgChart1"/>
    <dgm:cxn modelId="{E3FE835C-7613-4EBF-B252-BD498A491E8F}" type="presParOf" srcId="{97AC8A46-C336-450D-B2D8-C94155A55667}" destId="{7C100102-DED9-43D0-B71A-C85DDCD5FF69}" srcOrd="1" destOrd="0" presId="urn:microsoft.com/office/officeart/2005/8/layout/orgChart1"/>
    <dgm:cxn modelId="{AC187496-2A62-4DA1-B3FB-90F8F569987B}" type="presParOf" srcId="{872E1B28-1276-4881-BA43-28793E42857E}" destId="{A8031BF4-384C-40C1-9357-10F83AD7FCC5}" srcOrd="1" destOrd="0" presId="urn:microsoft.com/office/officeart/2005/8/layout/orgChart1"/>
    <dgm:cxn modelId="{A1B516D5-CA55-4279-9248-8A3BE3A9D6B2}" type="presParOf" srcId="{A8031BF4-384C-40C1-9357-10F83AD7FCC5}" destId="{AE181AD7-BBB7-4546-A400-199AA3F37277}" srcOrd="0" destOrd="0" presId="urn:microsoft.com/office/officeart/2005/8/layout/orgChart1"/>
    <dgm:cxn modelId="{C99F7A16-8797-444F-B2A7-E71C2C03F094}" type="presParOf" srcId="{A8031BF4-384C-40C1-9357-10F83AD7FCC5}" destId="{42E0563E-0E8D-4B92-B534-DFAFEB2525E7}" srcOrd="1" destOrd="0" presId="urn:microsoft.com/office/officeart/2005/8/layout/orgChart1"/>
    <dgm:cxn modelId="{07E2D702-6755-4B6F-8C2C-691FAC176A71}" type="presParOf" srcId="{42E0563E-0E8D-4B92-B534-DFAFEB2525E7}" destId="{CBF41092-6D80-4C80-9307-C1608ACB71B4}" srcOrd="0" destOrd="0" presId="urn:microsoft.com/office/officeart/2005/8/layout/orgChart1"/>
    <dgm:cxn modelId="{633616C3-65A4-4FAB-9C95-2BFD80A27E72}" type="presParOf" srcId="{CBF41092-6D80-4C80-9307-C1608ACB71B4}" destId="{4FCCD477-00EF-4653-A9A1-764D2B973A2A}" srcOrd="0" destOrd="0" presId="urn:microsoft.com/office/officeart/2005/8/layout/orgChart1"/>
    <dgm:cxn modelId="{394BF7F5-3DD3-4959-AC4E-D19C5B54D91C}" type="presParOf" srcId="{CBF41092-6D80-4C80-9307-C1608ACB71B4}" destId="{58A883B6-58BE-4040-BE89-736366E3C60D}" srcOrd="1" destOrd="0" presId="urn:microsoft.com/office/officeart/2005/8/layout/orgChart1"/>
    <dgm:cxn modelId="{0501DD54-39E1-4357-99F6-F846A59D32B4}" type="presParOf" srcId="{42E0563E-0E8D-4B92-B534-DFAFEB2525E7}" destId="{065CB90E-6EFB-402C-B2E5-5D2C3E29A2E7}" srcOrd="1" destOrd="0" presId="urn:microsoft.com/office/officeart/2005/8/layout/orgChart1"/>
    <dgm:cxn modelId="{B6AE39C4-6B86-4230-9331-B1DA0543F761}" type="presParOf" srcId="{42E0563E-0E8D-4B92-B534-DFAFEB2525E7}" destId="{455D684F-8923-4BE0-A7DD-C73EFE85985A}" srcOrd="2" destOrd="0" presId="urn:microsoft.com/office/officeart/2005/8/layout/orgChart1"/>
    <dgm:cxn modelId="{C5B125FB-2734-42B7-93AC-E563786712FF}" type="presParOf" srcId="{A8031BF4-384C-40C1-9357-10F83AD7FCC5}" destId="{50C30AF6-B81C-4288-BB65-0261022B4804}" srcOrd="2" destOrd="0" presId="urn:microsoft.com/office/officeart/2005/8/layout/orgChart1"/>
    <dgm:cxn modelId="{52E68C06-4B3D-4BC4-8D8E-245B2979AA47}" type="presParOf" srcId="{A8031BF4-384C-40C1-9357-10F83AD7FCC5}" destId="{7E29B62A-A3FB-46D3-B6F2-330755FA9874}" srcOrd="3" destOrd="0" presId="urn:microsoft.com/office/officeart/2005/8/layout/orgChart1"/>
    <dgm:cxn modelId="{93267A47-8369-4F11-AC06-766F6320E305}" type="presParOf" srcId="{7E29B62A-A3FB-46D3-B6F2-330755FA9874}" destId="{F5CDF9DB-B4F1-458A-9E41-199263F2C7F6}" srcOrd="0" destOrd="0" presId="urn:microsoft.com/office/officeart/2005/8/layout/orgChart1"/>
    <dgm:cxn modelId="{C8F667AE-FF34-40DD-B122-6BBFEA17771F}" type="presParOf" srcId="{F5CDF9DB-B4F1-458A-9E41-199263F2C7F6}" destId="{83F9B8C6-5598-4A71-B93B-2180FE773A0C}" srcOrd="0" destOrd="0" presId="urn:microsoft.com/office/officeart/2005/8/layout/orgChart1"/>
    <dgm:cxn modelId="{EA2790E0-644F-41F6-895F-C6F065F01174}" type="presParOf" srcId="{F5CDF9DB-B4F1-458A-9E41-199263F2C7F6}" destId="{F7EEA5CF-6382-44DC-8BF3-A442ED492611}" srcOrd="1" destOrd="0" presId="urn:microsoft.com/office/officeart/2005/8/layout/orgChart1"/>
    <dgm:cxn modelId="{71747B8C-10D4-43A9-90E1-329310F57021}" type="presParOf" srcId="{7E29B62A-A3FB-46D3-B6F2-330755FA9874}" destId="{5365DFD4-071B-4E56-8DB8-9FC2B8E10DFF}" srcOrd="1" destOrd="0" presId="urn:microsoft.com/office/officeart/2005/8/layout/orgChart1"/>
    <dgm:cxn modelId="{1BB739AF-2012-49E7-B20D-FCE3B1A022FB}" type="presParOf" srcId="{7E29B62A-A3FB-46D3-B6F2-330755FA9874}" destId="{01C5EA28-8557-4428-9D8A-F2F665BBE2E0}" srcOrd="2" destOrd="0" presId="urn:microsoft.com/office/officeart/2005/8/layout/orgChart1"/>
    <dgm:cxn modelId="{CFDF0B73-46F6-45FF-AF20-6DA6638AD31C}" type="presParOf" srcId="{A8031BF4-384C-40C1-9357-10F83AD7FCC5}" destId="{BCFC46AA-A200-437F-85BD-18150829FBC4}" srcOrd="4" destOrd="0" presId="urn:microsoft.com/office/officeart/2005/8/layout/orgChart1"/>
    <dgm:cxn modelId="{C4474F1E-53AF-4B62-8E5C-4311A2AA4D05}" type="presParOf" srcId="{A8031BF4-384C-40C1-9357-10F83AD7FCC5}" destId="{E5E6AC2E-568C-4B97-93F8-DE4881AEA3EC}" srcOrd="5" destOrd="0" presId="urn:microsoft.com/office/officeart/2005/8/layout/orgChart1"/>
    <dgm:cxn modelId="{72843F5C-5D3E-409D-BFE6-73ADCD2ACDB5}" type="presParOf" srcId="{E5E6AC2E-568C-4B97-93F8-DE4881AEA3EC}" destId="{D056FD07-6B39-40F7-8157-8A4E40E71BE7}" srcOrd="0" destOrd="0" presId="urn:microsoft.com/office/officeart/2005/8/layout/orgChart1"/>
    <dgm:cxn modelId="{DF7ADFB4-14EB-41CB-9BBA-E49044473D46}" type="presParOf" srcId="{D056FD07-6B39-40F7-8157-8A4E40E71BE7}" destId="{B8B5EA46-5A89-4445-94AA-870576DF2BE5}" srcOrd="0" destOrd="0" presId="urn:microsoft.com/office/officeart/2005/8/layout/orgChart1"/>
    <dgm:cxn modelId="{B79988F4-C2C9-4867-8E15-777BE32FBEE0}" type="presParOf" srcId="{D056FD07-6B39-40F7-8157-8A4E40E71BE7}" destId="{FCAD5005-295D-4A9C-81BC-BFC2265DBDAC}" srcOrd="1" destOrd="0" presId="urn:microsoft.com/office/officeart/2005/8/layout/orgChart1"/>
    <dgm:cxn modelId="{0F766066-476C-4503-87FB-9A868F0B7BF2}" type="presParOf" srcId="{E5E6AC2E-568C-4B97-93F8-DE4881AEA3EC}" destId="{F9DD7DDD-5DA1-4759-8BAE-91E157E41032}" srcOrd="1" destOrd="0" presId="urn:microsoft.com/office/officeart/2005/8/layout/orgChart1"/>
    <dgm:cxn modelId="{100BA9C2-A4FC-406A-8B16-31186C8E24D0}" type="presParOf" srcId="{E5E6AC2E-568C-4B97-93F8-DE4881AEA3EC}" destId="{A75163D5-7F09-4E9D-BC5C-A7D576360A89}" srcOrd="2" destOrd="0" presId="urn:microsoft.com/office/officeart/2005/8/layout/orgChart1"/>
    <dgm:cxn modelId="{A79C03BC-1F69-4FF0-A591-4C3249EEFECB}" type="presParOf" srcId="{872E1B28-1276-4881-BA43-28793E42857E}" destId="{91E1F3A3-8FED-42D6-B209-BD95BF5A87AD}" srcOrd="2" destOrd="0" presId="urn:microsoft.com/office/officeart/2005/8/layout/orgChart1"/>
    <dgm:cxn modelId="{F7D181AE-F643-4AA5-97BC-4869806501BE}" type="presParOf" srcId="{91E1F3A3-8FED-42D6-B209-BD95BF5A87AD}" destId="{00CA85F7-5FB0-4DCF-A630-522466AD3D89}" srcOrd="0" destOrd="0" presId="urn:microsoft.com/office/officeart/2005/8/layout/orgChart1"/>
    <dgm:cxn modelId="{216C0507-FC7B-4413-BDFE-3F96D284CFA1}" type="presParOf" srcId="{91E1F3A3-8FED-42D6-B209-BD95BF5A87AD}" destId="{9300AC77-661A-4427-8428-53D41A093E91}" srcOrd="1" destOrd="0" presId="urn:microsoft.com/office/officeart/2005/8/layout/orgChart1"/>
    <dgm:cxn modelId="{F3ABC693-7071-4BC3-AFBD-8850569040E0}" type="presParOf" srcId="{9300AC77-661A-4427-8428-53D41A093E91}" destId="{3A90BA6A-0DA1-425A-A8C1-30BDDF725EB3}" srcOrd="0" destOrd="0" presId="urn:microsoft.com/office/officeart/2005/8/layout/orgChart1"/>
    <dgm:cxn modelId="{7E6C900E-08D3-4183-AFEB-85E30596CF78}" type="presParOf" srcId="{3A90BA6A-0DA1-425A-A8C1-30BDDF725EB3}" destId="{9F039A72-1BAA-4E34-A0C6-A2780E69889D}" srcOrd="0" destOrd="0" presId="urn:microsoft.com/office/officeart/2005/8/layout/orgChart1"/>
    <dgm:cxn modelId="{C3FFB8EA-D9F8-49BA-A417-4DE9C6C947B6}" type="presParOf" srcId="{3A90BA6A-0DA1-425A-A8C1-30BDDF725EB3}" destId="{24103CC5-5E9E-4325-9509-BD4E4140317A}" srcOrd="1" destOrd="0" presId="urn:microsoft.com/office/officeart/2005/8/layout/orgChart1"/>
    <dgm:cxn modelId="{A5A8071A-DC82-4BE1-972D-4AC0BA5149E5}" type="presParOf" srcId="{9300AC77-661A-4427-8428-53D41A093E91}" destId="{5682BDCA-A39F-4E3F-B7D8-15A5BA92CD9B}" srcOrd="1" destOrd="0" presId="urn:microsoft.com/office/officeart/2005/8/layout/orgChart1"/>
    <dgm:cxn modelId="{B54DD1D3-76A7-44AD-B576-483C4E890FD0}" type="presParOf" srcId="{9300AC77-661A-4427-8428-53D41A093E91}" destId="{3423003F-3E3A-4C07-B551-A64F5DABBDC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FB0030-33F8-43BD-AD54-2B377A20ACD5}">
      <dsp:nvSpPr>
        <dsp:cNvPr id="0" name=""/>
        <dsp:cNvSpPr/>
      </dsp:nvSpPr>
      <dsp:spPr>
        <a:xfrm>
          <a:off x="2914490" y="1226231"/>
          <a:ext cx="132053" cy="578521"/>
        </a:xfrm>
        <a:custGeom>
          <a:avLst/>
          <a:gdLst/>
          <a:ahLst/>
          <a:cxnLst/>
          <a:rect l="0" t="0" r="0" b="0"/>
          <a:pathLst>
            <a:path>
              <a:moveTo>
                <a:pt x="0" y="0"/>
              </a:moveTo>
              <a:lnTo>
                <a:pt x="0" y="578521"/>
              </a:lnTo>
              <a:lnTo>
                <a:pt x="132053" y="57852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CA85F7-5FB0-4DCF-A630-522466AD3D89}">
      <dsp:nvSpPr>
        <dsp:cNvPr id="0" name=""/>
        <dsp:cNvSpPr/>
      </dsp:nvSpPr>
      <dsp:spPr>
        <a:xfrm>
          <a:off x="2782436" y="1226231"/>
          <a:ext cx="132053" cy="578521"/>
        </a:xfrm>
        <a:custGeom>
          <a:avLst/>
          <a:gdLst/>
          <a:ahLst/>
          <a:cxnLst/>
          <a:rect l="0" t="0" r="0" b="0"/>
          <a:pathLst>
            <a:path>
              <a:moveTo>
                <a:pt x="132053" y="0"/>
              </a:moveTo>
              <a:lnTo>
                <a:pt x="132053" y="578521"/>
              </a:lnTo>
              <a:lnTo>
                <a:pt x="0" y="57852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FC46AA-A200-437F-85BD-18150829FBC4}">
      <dsp:nvSpPr>
        <dsp:cNvPr id="0" name=""/>
        <dsp:cNvSpPr/>
      </dsp:nvSpPr>
      <dsp:spPr>
        <a:xfrm>
          <a:off x="2914490" y="1226231"/>
          <a:ext cx="2282646" cy="1157043"/>
        </a:xfrm>
        <a:custGeom>
          <a:avLst/>
          <a:gdLst/>
          <a:ahLst/>
          <a:cxnLst/>
          <a:rect l="0" t="0" r="0" b="0"/>
          <a:pathLst>
            <a:path>
              <a:moveTo>
                <a:pt x="0" y="0"/>
              </a:moveTo>
              <a:lnTo>
                <a:pt x="0" y="1024990"/>
              </a:lnTo>
              <a:lnTo>
                <a:pt x="2282646" y="1024990"/>
              </a:lnTo>
              <a:lnTo>
                <a:pt x="2282646" y="11570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C30AF6-B81C-4288-BB65-0261022B4804}">
      <dsp:nvSpPr>
        <dsp:cNvPr id="0" name=""/>
        <dsp:cNvSpPr/>
      </dsp:nvSpPr>
      <dsp:spPr>
        <a:xfrm>
          <a:off x="2914490" y="1226231"/>
          <a:ext cx="760882" cy="1157043"/>
        </a:xfrm>
        <a:custGeom>
          <a:avLst/>
          <a:gdLst/>
          <a:ahLst/>
          <a:cxnLst/>
          <a:rect l="0" t="0" r="0" b="0"/>
          <a:pathLst>
            <a:path>
              <a:moveTo>
                <a:pt x="0" y="0"/>
              </a:moveTo>
              <a:lnTo>
                <a:pt x="0" y="1024990"/>
              </a:lnTo>
              <a:lnTo>
                <a:pt x="760882" y="1024990"/>
              </a:lnTo>
              <a:lnTo>
                <a:pt x="760882" y="11570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C7D21E-3DE0-4088-B476-277968A40300}">
      <dsp:nvSpPr>
        <dsp:cNvPr id="0" name=""/>
        <dsp:cNvSpPr/>
      </dsp:nvSpPr>
      <dsp:spPr>
        <a:xfrm>
          <a:off x="2153607" y="1226231"/>
          <a:ext cx="760882" cy="1157043"/>
        </a:xfrm>
        <a:custGeom>
          <a:avLst/>
          <a:gdLst/>
          <a:ahLst/>
          <a:cxnLst/>
          <a:rect l="0" t="0" r="0" b="0"/>
          <a:pathLst>
            <a:path>
              <a:moveTo>
                <a:pt x="760882" y="0"/>
              </a:moveTo>
              <a:lnTo>
                <a:pt x="760882" y="1024990"/>
              </a:lnTo>
              <a:lnTo>
                <a:pt x="0" y="1024990"/>
              </a:lnTo>
              <a:lnTo>
                <a:pt x="0" y="11570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181AD7-BBB7-4546-A400-199AA3F37277}">
      <dsp:nvSpPr>
        <dsp:cNvPr id="0" name=""/>
        <dsp:cNvSpPr/>
      </dsp:nvSpPr>
      <dsp:spPr>
        <a:xfrm>
          <a:off x="631843" y="1226231"/>
          <a:ext cx="2282646" cy="1157043"/>
        </a:xfrm>
        <a:custGeom>
          <a:avLst/>
          <a:gdLst/>
          <a:ahLst/>
          <a:cxnLst/>
          <a:rect l="0" t="0" r="0" b="0"/>
          <a:pathLst>
            <a:path>
              <a:moveTo>
                <a:pt x="2282646" y="0"/>
              </a:moveTo>
              <a:lnTo>
                <a:pt x="2282646" y="1024990"/>
              </a:lnTo>
              <a:lnTo>
                <a:pt x="0" y="1024990"/>
              </a:lnTo>
              <a:lnTo>
                <a:pt x="0" y="11570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2812BD-0E60-4C0C-9F92-41064E158913}">
      <dsp:nvSpPr>
        <dsp:cNvPr id="0" name=""/>
        <dsp:cNvSpPr/>
      </dsp:nvSpPr>
      <dsp:spPr>
        <a:xfrm>
          <a:off x="2285661" y="597402"/>
          <a:ext cx="1257656" cy="62882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en-US" sz="1000" kern="1200" dirty="0"/>
            <a:t>Head of </a:t>
          </a:r>
          <a:br>
            <a:rPr lang="en-US" sz="1000" kern="1200" dirty="0"/>
          </a:br>
          <a:r>
            <a:rPr lang="en-US" sz="1000" kern="1200" dirty="0"/>
            <a:t>Technology</a:t>
          </a:r>
        </a:p>
      </dsp:txBody>
      <dsp:txXfrm>
        <a:off x="2285661" y="597402"/>
        <a:ext cx="1257656" cy="628828"/>
      </dsp:txXfrm>
    </dsp:sp>
    <dsp:sp modelId="{4FCCD477-00EF-4653-A9A1-764D2B973A2A}">
      <dsp:nvSpPr>
        <dsp:cNvPr id="0" name=""/>
        <dsp:cNvSpPr/>
      </dsp:nvSpPr>
      <dsp:spPr>
        <a:xfrm>
          <a:off x="3015" y="2383274"/>
          <a:ext cx="1257656" cy="62882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en-US" sz="1000" kern="1200" dirty="0"/>
            <a:t>IT Engineering and Production</a:t>
          </a:r>
        </a:p>
      </dsp:txBody>
      <dsp:txXfrm>
        <a:off x="3015" y="2383274"/>
        <a:ext cx="1257656" cy="628828"/>
      </dsp:txXfrm>
    </dsp:sp>
    <dsp:sp modelId="{22CAA8D1-51A1-436D-A7A2-3DB043BFAEEA}">
      <dsp:nvSpPr>
        <dsp:cNvPr id="0" name=""/>
        <dsp:cNvSpPr/>
      </dsp:nvSpPr>
      <dsp:spPr>
        <a:xfrm>
          <a:off x="1524779" y="2383274"/>
          <a:ext cx="1257656" cy="62882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buFont typeface="+mj-lt"/>
            <a:buAutoNum type="alphaLcPeriod"/>
          </a:pPr>
          <a:r>
            <a:rPr lang="en-US" sz="1000" kern="1200" dirty="0"/>
            <a:t>Chief Data Officer</a:t>
          </a:r>
        </a:p>
      </dsp:txBody>
      <dsp:txXfrm>
        <a:off x="1524779" y="2383274"/>
        <a:ext cx="1257656" cy="628828"/>
      </dsp:txXfrm>
    </dsp:sp>
    <dsp:sp modelId="{83F9B8C6-5598-4A71-B93B-2180FE773A0C}">
      <dsp:nvSpPr>
        <dsp:cNvPr id="0" name=""/>
        <dsp:cNvSpPr/>
      </dsp:nvSpPr>
      <dsp:spPr>
        <a:xfrm>
          <a:off x="3046543" y="2383274"/>
          <a:ext cx="1257656" cy="62882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buFont typeface="+mj-lt"/>
            <a:buAutoNum type="alphaLcPeriod"/>
          </a:pPr>
          <a:r>
            <a:rPr lang="en-US" sz="1000" kern="1200" dirty="0"/>
            <a:t>Head of Technology Product Management</a:t>
          </a:r>
        </a:p>
      </dsp:txBody>
      <dsp:txXfrm>
        <a:off x="3046543" y="2383274"/>
        <a:ext cx="1257656" cy="628828"/>
      </dsp:txXfrm>
    </dsp:sp>
    <dsp:sp modelId="{B8B5EA46-5A89-4445-94AA-870576DF2BE5}">
      <dsp:nvSpPr>
        <dsp:cNvPr id="0" name=""/>
        <dsp:cNvSpPr/>
      </dsp:nvSpPr>
      <dsp:spPr>
        <a:xfrm>
          <a:off x="4568308" y="2383274"/>
          <a:ext cx="1257656" cy="62882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en-US" sz="1000" kern="1200" dirty="0"/>
            <a:t>Head of Field Support</a:t>
          </a:r>
        </a:p>
      </dsp:txBody>
      <dsp:txXfrm>
        <a:off x="4568308" y="2383274"/>
        <a:ext cx="1257656" cy="628828"/>
      </dsp:txXfrm>
    </dsp:sp>
    <dsp:sp modelId="{9F039A72-1BAA-4E34-A0C6-A2780E69889D}">
      <dsp:nvSpPr>
        <dsp:cNvPr id="0" name=""/>
        <dsp:cNvSpPr/>
      </dsp:nvSpPr>
      <dsp:spPr>
        <a:xfrm>
          <a:off x="1524779" y="1490338"/>
          <a:ext cx="1257656" cy="62882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en-US" sz="1000" kern="1200" dirty="0"/>
            <a:t>Chief of Staff / </a:t>
          </a:r>
          <a:r>
            <a:rPr lang="en-US" sz="1000" kern="1200" dirty="0" err="1"/>
            <a:t>Leverager</a:t>
          </a:r>
          <a:endParaRPr lang="en-US" sz="1000" kern="1200" dirty="0"/>
        </a:p>
      </dsp:txBody>
      <dsp:txXfrm>
        <a:off x="1524779" y="1490338"/>
        <a:ext cx="1257656" cy="628828"/>
      </dsp:txXfrm>
    </dsp:sp>
    <dsp:sp modelId="{F1CCBBAF-2A16-4FEC-AE90-236956ED72F1}">
      <dsp:nvSpPr>
        <dsp:cNvPr id="0" name=""/>
        <dsp:cNvSpPr/>
      </dsp:nvSpPr>
      <dsp:spPr>
        <a:xfrm>
          <a:off x="3046543" y="1490338"/>
          <a:ext cx="1257656" cy="62882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en-US" sz="1000" kern="1200" dirty="0"/>
            <a:t>CTO</a:t>
          </a:r>
        </a:p>
      </dsp:txBody>
      <dsp:txXfrm>
        <a:off x="3046543" y="1490338"/>
        <a:ext cx="1257656" cy="6288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CA85F7-5FB0-4DCF-A630-522466AD3D89}">
      <dsp:nvSpPr>
        <dsp:cNvPr id="0" name=""/>
        <dsp:cNvSpPr/>
      </dsp:nvSpPr>
      <dsp:spPr>
        <a:xfrm>
          <a:off x="2093161" y="536689"/>
          <a:ext cx="207408" cy="493650"/>
        </a:xfrm>
        <a:custGeom>
          <a:avLst/>
          <a:gdLst/>
          <a:ahLst/>
          <a:cxnLst/>
          <a:rect l="0" t="0" r="0" b="0"/>
          <a:pathLst>
            <a:path>
              <a:moveTo>
                <a:pt x="0" y="0"/>
              </a:moveTo>
              <a:lnTo>
                <a:pt x="0" y="493650"/>
              </a:lnTo>
              <a:lnTo>
                <a:pt x="207408" y="49365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FC46AA-A200-437F-85BD-18150829FBC4}">
      <dsp:nvSpPr>
        <dsp:cNvPr id="0" name=""/>
        <dsp:cNvSpPr/>
      </dsp:nvSpPr>
      <dsp:spPr>
        <a:xfrm>
          <a:off x="2093161" y="536689"/>
          <a:ext cx="1298516" cy="987301"/>
        </a:xfrm>
        <a:custGeom>
          <a:avLst/>
          <a:gdLst/>
          <a:ahLst/>
          <a:cxnLst/>
          <a:rect l="0" t="0" r="0" b="0"/>
          <a:pathLst>
            <a:path>
              <a:moveTo>
                <a:pt x="0" y="0"/>
              </a:moveTo>
              <a:lnTo>
                <a:pt x="0" y="874620"/>
              </a:lnTo>
              <a:lnTo>
                <a:pt x="1298516" y="874620"/>
              </a:lnTo>
              <a:lnTo>
                <a:pt x="1298516" y="98730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C30AF6-B81C-4288-BB65-0261022B4804}">
      <dsp:nvSpPr>
        <dsp:cNvPr id="0" name=""/>
        <dsp:cNvSpPr/>
      </dsp:nvSpPr>
      <dsp:spPr>
        <a:xfrm>
          <a:off x="2047441" y="536689"/>
          <a:ext cx="91440" cy="987301"/>
        </a:xfrm>
        <a:custGeom>
          <a:avLst/>
          <a:gdLst/>
          <a:ahLst/>
          <a:cxnLst/>
          <a:rect l="0" t="0" r="0" b="0"/>
          <a:pathLst>
            <a:path>
              <a:moveTo>
                <a:pt x="45720" y="0"/>
              </a:moveTo>
              <a:lnTo>
                <a:pt x="45720" y="98730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181AD7-BBB7-4546-A400-199AA3F37277}">
      <dsp:nvSpPr>
        <dsp:cNvPr id="0" name=""/>
        <dsp:cNvSpPr/>
      </dsp:nvSpPr>
      <dsp:spPr>
        <a:xfrm>
          <a:off x="794645" y="536689"/>
          <a:ext cx="1298516" cy="987301"/>
        </a:xfrm>
        <a:custGeom>
          <a:avLst/>
          <a:gdLst/>
          <a:ahLst/>
          <a:cxnLst/>
          <a:rect l="0" t="0" r="0" b="0"/>
          <a:pathLst>
            <a:path>
              <a:moveTo>
                <a:pt x="1298516" y="0"/>
              </a:moveTo>
              <a:lnTo>
                <a:pt x="1298516" y="874620"/>
              </a:lnTo>
              <a:lnTo>
                <a:pt x="0" y="874620"/>
              </a:lnTo>
              <a:lnTo>
                <a:pt x="0" y="98730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2812BD-0E60-4C0C-9F92-41064E158913}">
      <dsp:nvSpPr>
        <dsp:cNvPr id="0" name=""/>
        <dsp:cNvSpPr/>
      </dsp:nvSpPr>
      <dsp:spPr>
        <a:xfrm>
          <a:off x="1556584" y="111"/>
          <a:ext cx="1073154" cy="5365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en-US" sz="1000" kern="1200" dirty="0"/>
            <a:t>“CTO”</a:t>
          </a:r>
        </a:p>
      </dsp:txBody>
      <dsp:txXfrm>
        <a:off x="1556584" y="111"/>
        <a:ext cx="1073154" cy="536577"/>
      </dsp:txXfrm>
    </dsp:sp>
    <dsp:sp modelId="{4FCCD477-00EF-4653-A9A1-764D2B973A2A}">
      <dsp:nvSpPr>
        <dsp:cNvPr id="0" name=""/>
        <dsp:cNvSpPr/>
      </dsp:nvSpPr>
      <dsp:spPr>
        <a:xfrm>
          <a:off x="258068" y="1523990"/>
          <a:ext cx="1073154" cy="5365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en-US" sz="1000" kern="1200" dirty="0"/>
            <a:t>IT</a:t>
          </a:r>
        </a:p>
      </dsp:txBody>
      <dsp:txXfrm>
        <a:off x="258068" y="1523990"/>
        <a:ext cx="1073154" cy="536577"/>
      </dsp:txXfrm>
    </dsp:sp>
    <dsp:sp modelId="{83F9B8C6-5598-4A71-B93B-2180FE773A0C}">
      <dsp:nvSpPr>
        <dsp:cNvPr id="0" name=""/>
        <dsp:cNvSpPr/>
      </dsp:nvSpPr>
      <dsp:spPr>
        <a:xfrm>
          <a:off x="1556584" y="1523990"/>
          <a:ext cx="1073154" cy="5365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buFont typeface="+mj-lt"/>
            <a:buAutoNum type="alphaLcPeriod"/>
          </a:pPr>
          <a:r>
            <a:rPr lang="en-US" sz="1000" kern="1200" dirty="0"/>
            <a:t>Product </a:t>
          </a:r>
          <a:br>
            <a:rPr lang="en-US" sz="1000" kern="1200" dirty="0"/>
          </a:br>
          <a:r>
            <a:rPr lang="en-US" sz="1000" kern="1200" dirty="0"/>
            <a:t>Management</a:t>
          </a:r>
        </a:p>
      </dsp:txBody>
      <dsp:txXfrm>
        <a:off x="1556584" y="1523990"/>
        <a:ext cx="1073154" cy="536577"/>
      </dsp:txXfrm>
    </dsp:sp>
    <dsp:sp modelId="{B8B5EA46-5A89-4445-94AA-870576DF2BE5}">
      <dsp:nvSpPr>
        <dsp:cNvPr id="0" name=""/>
        <dsp:cNvSpPr/>
      </dsp:nvSpPr>
      <dsp:spPr>
        <a:xfrm>
          <a:off x="2855101" y="1523990"/>
          <a:ext cx="1073154" cy="5365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en-US" sz="1000" kern="1200"/>
            <a:t>Field </a:t>
          </a:r>
          <a:r>
            <a:rPr lang="en-US" sz="1000" kern="1200" dirty="0"/>
            <a:t>Support</a:t>
          </a:r>
        </a:p>
      </dsp:txBody>
      <dsp:txXfrm>
        <a:off x="2855101" y="1523990"/>
        <a:ext cx="1073154" cy="536577"/>
      </dsp:txXfrm>
    </dsp:sp>
    <dsp:sp modelId="{9F039A72-1BAA-4E34-A0C6-A2780E69889D}">
      <dsp:nvSpPr>
        <dsp:cNvPr id="0" name=""/>
        <dsp:cNvSpPr/>
      </dsp:nvSpPr>
      <dsp:spPr>
        <a:xfrm>
          <a:off x="2300570" y="762051"/>
          <a:ext cx="1073154" cy="5365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444500">
            <a:lnSpc>
              <a:spcPct val="90000"/>
            </a:lnSpc>
            <a:spcBef>
              <a:spcPct val="0"/>
            </a:spcBef>
            <a:spcAft>
              <a:spcPct val="35000"/>
            </a:spcAft>
          </a:pPr>
          <a:r>
            <a:rPr lang="en-US" sz="1000" kern="1200" dirty="0"/>
            <a:t>Deputy CTO</a:t>
          </a:r>
        </a:p>
      </dsp:txBody>
      <dsp:txXfrm>
        <a:off x="2300570" y="762051"/>
        <a:ext cx="1073154" cy="5365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CA85F7-5FB0-4DCF-A630-522466AD3D89}">
      <dsp:nvSpPr>
        <dsp:cNvPr id="0" name=""/>
        <dsp:cNvSpPr/>
      </dsp:nvSpPr>
      <dsp:spPr>
        <a:xfrm>
          <a:off x="1232138" y="271253"/>
          <a:ext cx="104794" cy="249420"/>
        </a:xfrm>
        <a:custGeom>
          <a:avLst/>
          <a:gdLst/>
          <a:ahLst/>
          <a:cxnLst/>
          <a:rect l="0" t="0" r="0" b="0"/>
          <a:pathLst>
            <a:path>
              <a:moveTo>
                <a:pt x="0" y="0"/>
              </a:moveTo>
              <a:lnTo>
                <a:pt x="0" y="249420"/>
              </a:lnTo>
              <a:lnTo>
                <a:pt x="104794" y="2494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FC46AA-A200-437F-85BD-18150829FBC4}">
      <dsp:nvSpPr>
        <dsp:cNvPr id="0" name=""/>
        <dsp:cNvSpPr/>
      </dsp:nvSpPr>
      <dsp:spPr>
        <a:xfrm>
          <a:off x="1232138" y="271253"/>
          <a:ext cx="656085" cy="498841"/>
        </a:xfrm>
        <a:custGeom>
          <a:avLst/>
          <a:gdLst/>
          <a:ahLst/>
          <a:cxnLst/>
          <a:rect l="0" t="0" r="0" b="0"/>
          <a:pathLst>
            <a:path>
              <a:moveTo>
                <a:pt x="0" y="0"/>
              </a:moveTo>
              <a:lnTo>
                <a:pt x="0" y="441908"/>
              </a:lnTo>
              <a:lnTo>
                <a:pt x="656085" y="441908"/>
              </a:lnTo>
              <a:lnTo>
                <a:pt x="656085" y="4988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C30AF6-B81C-4288-BB65-0261022B4804}">
      <dsp:nvSpPr>
        <dsp:cNvPr id="0" name=""/>
        <dsp:cNvSpPr/>
      </dsp:nvSpPr>
      <dsp:spPr>
        <a:xfrm>
          <a:off x="1186418" y="271253"/>
          <a:ext cx="91440" cy="498841"/>
        </a:xfrm>
        <a:custGeom>
          <a:avLst/>
          <a:gdLst/>
          <a:ahLst/>
          <a:cxnLst/>
          <a:rect l="0" t="0" r="0" b="0"/>
          <a:pathLst>
            <a:path>
              <a:moveTo>
                <a:pt x="45720" y="0"/>
              </a:moveTo>
              <a:lnTo>
                <a:pt x="45720" y="4988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181AD7-BBB7-4546-A400-199AA3F37277}">
      <dsp:nvSpPr>
        <dsp:cNvPr id="0" name=""/>
        <dsp:cNvSpPr/>
      </dsp:nvSpPr>
      <dsp:spPr>
        <a:xfrm>
          <a:off x="576053" y="271253"/>
          <a:ext cx="656085" cy="498841"/>
        </a:xfrm>
        <a:custGeom>
          <a:avLst/>
          <a:gdLst/>
          <a:ahLst/>
          <a:cxnLst/>
          <a:rect l="0" t="0" r="0" b="0"/>
          <a:pathLst>
            <a:path>
              <a:moveTo>
                <a:pt x="656085" y="0"/>
              </a:moveTo>
              <a:lnTo>
                <a:pt x="656085" y="441908"/>
              </a:lnTo>
              <a:lnTo>
                <a:pt x="0" y="441908"/>
              </a:lnTo>
              <a:lnTo>
                <a:pt x="0" y="4988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2812BD-0E60-4C0C-9F92-41064E158913}">
      <dsp:nvSpPr>
        <dsp:cNvPr id="0" name=""/>
        <dsp:cNvSpPr/>
      </dsp:nvSpPr>
      <dsp:spPr>
        <a:xfrm>
          <a:off x="961028" y="144"/>
          <a:ext cx="542219" cy="271109"/>
        </a:xfrm>
        <a:prstGeom prst="rect">
          <a:avLst/>
        </a:prstGeom>
        <a:solidFill>
          <a:schemeClr val="accent5">
            <a:lumMod val="20000"/>
            <a:lumOff val="8000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311150">
            <a:lnSpc>
              <a:spcPct val="90000"/>
            </a:lnSpc>
            <a:spcBef>
              <a:spcPct val="0"/>
            </a:spcBef>
            <a:spcAft>
              <a:spcPct val="35000"/>
            </a:spcAft>
          </a:pPr>
          <a:r>
            <a:rPr lang="en-US" sz="700" kern="1200" dirty="0"/>
            <a:t>“CTO”</a:t>
          </a:r>
        </a:p>
      </dsp:txBody>
      <dsp:txXfrm>
        <a:off x="961028" y="144"/>
        <a:ext cx="542219" cy="271109"/>
      </dsp:txXfrm>
    </dsp:sp>
    <dsp:sp modelId="{4FCCD477-00EF-4653-A9A1-764D2B973A2A}">
      <dsp:nvSpPr>
        <dsp:cNvPr id="0" name=""/>
        <dsp:cNvSpPr/>
      </dsp:nvSpPr>
      <dsp:spPr>
        <a:xfrm>
          <a:off x="304943" y="770095"/>
          <a:ext cx="542219" cy="271109"/>
        </a:xfrm>
        <a:prstGeom prst="rect">
          <a:avLst/>
        </a:prstGeom>
        <a:solidFill>
          <a:schemeClr val="accent1">
            <a:hueOff val="0"/>
            <a:satOff val="0"/>
            <a:lumOff val="0"/>
            <a:alphaOff val="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311150">
            <a:lnSpc>
              <a:spcPct val="90000"/>
            </a:lnSpc>
            <a:spcBef>
              <a:spcPct val="0"/>
            </a:spcBef>
            <a:spcAft>
              <a:spcPct val="35000"/>
            </a:spcAft>
          </a:pPr>
          <a:r>
            <a:rPr lang="en-US" sz="700" kern="1200" dirty="0"/>
            <a:t>IT</a:t>
          </a:r>
        </a:p>
      </dsp:txBody>
      <dsp:txXfrm>
        <a:off x="304943" y="770095"/>
        <a:ext cx="542219" cy="271109"/>
      </dsp:txXfrm>
    </dsp:sp>
    <dsp:sp modelId="{83F9B8C6-5598-4A71-B93B-2180FE773A0C}">
      <dsp:nvSpPr>
        <dsp:cNvPr id="0" name=""/>
        <dsp:cNvSpPr/>
      </dsp:nvSpPr>
      <dsp:spPr>
        <a:xfrm>
          <a:off x="961028" y="770095"/>
          <a:ext cx="542219" cy="271109"/>
        </a:xfrm>
        <a:prstGeom prst="rect">
          <a:avLst/>
        </a:prstGeom>
        <a:solidFill>
          <a:schemeClr val="accent5">
            <a:lumMod val="20000"/>
            <a:lumOff val="8000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311150">
            <a:lnSpc>
              <a:spcPct val="90000"/>
            </a:lnSpc>
            <a:spcBef>
              <a:spcPct val="0"/>
            </a:spcBef>
            <a:spcAft>
              <a:spcPct val="35000"/>
            </a:spcAft>
            <a:buFont typeface="+mj-lt"/>
            <a:buAutoNum type="alphaLcPeriod"/>
          </a:pPr>
          <a:r>
            <a:rPr lang="en-US" sz="700" kern="1200" dirty="0"/>
            <a:t>Product </a:t>
          </a:r>
          <a:br>
            <a:rPr lang="en-US" sz="700" kern="1200" dirty="0"/>
          </a:br>
          <a:r>
            <a:rPr lang="en-US" sz="700" kern="1200" dirty="0"/>
            <a:t>Management</a:t>
          </a:r>
        </a:p>
      </dsp:txBody>
      <dsp:txXfrm>
        <a:off x="961028" y="770095"/>
        <a:ext cx="542219" cy="271109"/>
      </dsp:txXfrm>
    </dsp:sp>
    <dsp:sp modelId="{B8B5EA46-5A89-4445-94AA-870576DF2BE5}">
      <dsp:nvSpPr>
        <dsp:cNvPr id="0" name=""/>
        <dsp:cNvSpPr/>
      </dsp:nvSpPr>
      <dsp:spPr>
        <a:xfrm>
          <a:off x="1617114" y="770095"/>
          <a:ext cx="542219" cy="271109"/>
        </a:xfrm>
        <a:prstGeom prst="rect">
          <a:avLst/>
        </a:prstGeom>
        <a:solidFill>
          <a:schemeClr val="accent5">
            <a:lumMod val="20000"/>
            <a:lumOff val="8000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311150">
            <a:lnSpc>
              <a:spcPct val="90000"/>
            </a:lnSpc>
            <a:spcBef>
              <a:spcPct val="0"/>
            </a:spcBef>
            <a:spcAft>
              <a:spcPct val="35000"/>
            </a:spcAft>
          </a:pPr>
          <a:r>
            <a:rPr lang="en-US" sz="700" kern="1200"/>
            <a:t>Field </a:t>
          </a:r>
          <a:r>
            <a:rPr lang="en-US" sz="700" kern="1200" dirty="0"/>
            <a:t>Support</a:t>
          </a:r>
        </a:p>
      </dsp:txBody>
      <dsp:txXfrm>
        <a:off x="1617114" y="770095"/>
        <a:ext cx="542219" cy="271109"/>
      </dsp:txXfrm>
    </dsp:sp>
    <dsp:sp modelId="{9F039A72-1BAA-4E34-A0C6-A2780E69889D}">
      <dsp:nvSpPr>
        <dsp:cNvPr id="0" name=""/>
        <dsp:cNvSpPr/>
      </dsp:nvSpPr>
      <dsp:spPr>
        <a:xfrm>
          <a:off x="1336933" y="385119"/>
          <a:ext cx="542219" cy="271109"/>
        </a:xfrm>
        <a:prstGeom prst="rect">
          <a:avLst/>
        </a:prstGeom>
        <a:solidFill>
          <a:schemeClr val="accent5">
            <a:lumMod val="20000"/>
            <a:lumOff val="8000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311150">
            <a:lnSpc>
              <a:spcPct val="90000"/>
            </a:lnSpc>
            <a:spcBef>
              <a:spcPct val="0"/>
            </a:spcBef>
            <a:spcAft>
              <a:spcPct val="35000"/>
            </a:spcAft>
          </a:pPr>
          <a:r>
            <a:rPr lang="en-US" sz="700" kern="1200" dirty="0"/>
            <a:t>Deputy CTO</a:t>
          </a:r>
        </a:p>
      </dsp:txBody>
      <dsp:txXfrm>
        <a:off x="1336933" y="385119"/>
        <a:ext cx="542219" cy="2711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CA85F7-5FB0-4DCF-A630-522466AD3D89}">
      <dsp:nvSpPr>
        <dsp:cNvPr id="0" name=""/>
        <dsp:cNvSpPr/>
      </dsp:nvSpPr>
      <dsp:spPr>
        <a:xfrm>
          <a:off x="664574" y="156369"/>
          <a:ext cx="91440" cy="143784"/>
        </a:xfrm>
        <a:custGeom>
          <a:avLst/>
          <a:gdLst/>
          <a:ahLst/>
          <a:cxnLst/>
          <a:rect l="0" t="0" r="0" b="0"/>
          <a:pathLst>
            <a:path>
              <a:moveTo>
                <a:pt x="45720" y="0"/>
              </a:moveTo>
              <a:lnTo>
                <a:pt x="45720" y="143784"/>
              </a:lnTo>
              <a:lnTo>
                <a:pt x="106131" y="14378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FC46AA-A200-437F-85BD-18150829FBC4}">
      <dsp:nvSpPr>
        <dsp:cNvPr id="0" name=""/>
        <dsp:cNvSpPr/>
      </dsp:nvSpPr>
      <dsp:spPr>
        <a:xfrm>
          <a:off x="710294" y="156369"/>
          <a:ext cx="378215" cy="287568"/>
        </a:xfrm>
        <a:custGeom>
          <a:avLst/>
          <a:gdLst/>
          <a:ahLst/>
          <a:cxnLst/>
          <a:rect l="0" t="0" r="0" b="0"/>
          <a:pathLst>
            <a:path>
              <a:moveTo>
                <a:pt x="0" y="0"/>
              </a:moveTo>
              <a:lnTo>
                <a:pt x="0" y="254748"/>
              </a:lnTo>
              <a:lnTo>
                <a:pt x="378215" y="254748"/>
              </a:lnTo>
              <a:lnTo>
                <a:pt x="378215" y="28756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C30AF6-B81C-4288-BB65-0261022B4804}">
      <dsp:nvSpPr>
        <dsp:cNvPr id="0" name=""/>
        <dsp:cNvSpPr/>
      </dsp:nvSpPr>
      <dsp:spPr>
        <a:xfrm>
          <a:off x="664574" y="156369"/>
          <a:ext cx="91440" cy="287568"/>
        </a:xfrm>
        <a:custGeom>
          <a:avLst/>
          <a:gdLst/>
          <a:ahLst/>
          <a:cxnLst/>
          <a:rect l="0" t="0" r="0" b="0"/>
          <a:pathLst>
            <a:path>
              <a:moveTo>
                <a:pt x="45720" y="0"/>
              </a:moveTo>
              <a:lnTo>
                <a:pt x="45720" y="28756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181AD7-BBB7-4546-A400-199AA3F37277}">
      <dsp:nvSpPr>
        <dsp:cNvPr id="0" name=""/>
        <dsp:cNvSpPr/>
      </dsp:nvSpPr>
      <dsp:spPr>
        <a:xfrm>
          <a:off x="332078" y="156369"/>
          <a:ext cx="378215" cy="287568"/>
        </a:xfrm>
        <a:custGeom>
          <a:avLst/>
          <a:gdLst/>
          <a:ahLst/>
          <a:cxnLst/>
          <a:rect l="0" t="0" r="0" b="0"/>
          <a:pathLst>
            <a:path>
              <a:moveTo>
                <a:pt x="378215" y="0"/>
              </a:moveTo>
              <a:lnTo>
                <a:pt x="378215" y="254748"/>
              </a:lnTo>
              <a:lnTo>
                <a:pt x="0" y="254748"/>
              </a:lnTo>
              <a:lnTo>
                <a:pt x="0" y="28756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2812BD-0E60-4C0C-9F92-41064E158913}">
      <dsp:nvSpPr>
        <dsp:cNvPr id="0" name=""/>
        <dsp:cNvSpPr/>
      </dsp:nvSpPr>
      <dsp:spPr>
        <a:xfrm>
          <a:off x="554006" y="82"/>
          <a:ext cx="312574" cy="156287"/>
        </a:xfrm>
        <a:prstGeom prst="rect">
          <a:avLst/>
        </a:prstGeom>
        <a:solidFill>
          <a:schemeClr val="accent5">
            <a:lumMod val="20000"/>
            <a:lumOff val="8000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311150">
            <a:lnSpc>
              <a:spcPct val="90000"/>
            </a:lnSpc>
            <a:spcBef>
              <a:spcPct val="0"/>
            </a:spcBef>
            <a:spcAft>
              <a:spcPct val="35000"/>
            </a:spcAft>
          </a:pPr>
          <a:r>
            <a:rPr lang="en-US" sz="700" kern="1200" dirty="0"/>
            <a:t>“CTO”</a:t>
          </a:r>
        </a:p>
      </dsp:txBody>
      <dsp:txXfrm>
        <a:off x="554006" y="82"/>
        <a:ext cx="312574" cy="156287"/>
      </dsp:txXfrm>
    </dsp:sp>
    <dsp:sp modelId="{4FCCD477-00EF-4653-A9A1-764D2B973A2A}">
      <dsp:nvSpPr>
        <dsp:cNvPr id="0" name=""/>
        <dsp:cNvSpPr/>
      </dsp:nvSpPr>
      <dsp:spPr>
        <a:xfrm>
          <a:off x="175791" y="443938"/>
          <a:ext cx="312574" cy="156287"/>
        </a:xfrm>
        <a:prstGeom prst="rect">
          <a:avLst/>
        </a:prstGeom>
        <a:solidFill>
          <a:schemeClr val="accent1">
            <a:hueOff val="0"/>
            <a:satOff val="0"/>
            <a:lumOff val="0"/>
            <a:alphaOff val="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311150">
            <a:lnSpc>
              <a:spcPct val="90000"/>
            </a:lnSpc>
            <a:spcBef>
              <a:spcPct val="0"/>
            </a:spcBef>
            <a:spcAft>
              <a:spcPct val="35000"/>
            </a:spcAft>
          </a:pPr>
          <a:r>
            <a:rPr lang="en-US" sz="700" kern="1200" dirty="0"/>
            <a:t>IT</a:t>
          </a:r>
        </a:p>
      </dsp:txBody>
      <dsp:txXfrm>
        <a:off x="175791" y="443938"/>
        <a:ext cx="312574" cy="156287"/>
      </dsp:txXfrm>
    </dsp:sp>
    <dsp:sp modelId="{83F9B8C6-5598-4A71-B93B-2180FE773A0C}">
      <dsp:nvSpPr>
        <dsp:cNvPr id="0" name=""/>
        <dsp:cNvSpPr/>
      </dsp:nvSpPr>
      <dsp:spPr>
        <a:xfrm>
          <a:off x="554006" y="443938"/>
          <a:ext cx="312574" cy="156287"/>
        </a:xfrm>
        <a:prstGeom prst="rect">
          <a:avLst/>
        </a:prstGeom>
        <a:solidFill>
          <a:schemeClr val="accent5">
            <a:lumMod val="20000"/>
            <a:lumOff val="8000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311150">
            <a:lnSpc>
              <a:spcPct val="90000"/>
            </a:lnSpc>
            <a:spcBef>
              <a:spcPct val="0"/>
            </a:spcBef>
            <a:spcAft>
              <a:spcPct val="35000"/>
            </a:spcAft>
            <a:buFont typeface="+mj-lt"/>
            <a:buAutoNum type="alphaLcPeriod"/>
          </a:pPr>
          <a:r>
            <a:rPr lang="en-US" sz="700" kern="1200" dirty="0"/>
            <a:t>Product </a:t>
          </a:r>
          <a:br>
            <a:rPr lang="en-US" sz="700" kern="1200" dirty="0"/>
          </a:br>
          <a:r>
            <a:rPr lang="en-US" sz="700" kern="1200" dirty="0"/>
            <a:t>Management</a:t>
          </a:r>
        </a:p>
      </dsp:txBody>
      <dsp:txXfrm>
        <a:off x="554006" y="443938"/>
        <a:ext cx="312574" cy="156287"/>
      </dsp:txXfrm>
    </dsp:sp>
    <dsp:sp modelId="{B8B5EA46-5A89-4445-94AA-870576DF2BE5}">
      <dsp:nvSpPr>
        <dsp:cNvPr id="0" name=""/>
        <dsp:cNvSpPr/>
      </dsp:nvSpPr>
      <dsp:spPr>
        <a:xfrm>
          <a:off x="932221" y="443938"/>
          <a:ext cx="312574" cy="156287"/>
        </a:xfrm>
        <a:prstGeom prst="rect">
          <a:avLst/>
        </a:prstGeom>
        <a:solidFill>
          <a:schemeClr val="accent5">
            <a:lumMod val="20000"/>
            <a:lumOff val="8000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311150">
            <a:lnSpc>
              <a:spcPct val="90000"/>
            </a:lnSpc>
            <a:spcBef>
              <a:spcPct val="0"/>
            </a:spcBef>
            <a:spcAft>
              <a:spcPct val="35000"/>
            </a:spcAft>
          </a:pPr>
          <a:r>
            <a:rPr lang="en-US" sz="700" kern="1200"/>
            <a:t>Field </a:t>
          </a:r>
          <a:r>
            <a:rPr lang="en-US" sz="700" kern="1200" dirty="0"/>
            <a:t>Support</a:t>
          </a:r>
        </a:p>
      </dsp:txBody>
      <dsp:txXfrm>
        <a:off x="932221" y="443938"/>
        <a:ext cx="312574" cy="156287"/>
      </dsp:txXfrm>
    </dsp:sp>
    <dsp:sp modelId="{9F039A72-1BAA-4E34-A0C6-A2780E69889D}">
      <dsp:nvSpPr>
        <dsp:cNvPr id="0" name=""/>
        <dsp:cNvSpPr/>
      </dsp:nvSpPr>
      <dsp:spPr>
        <a:xfrm>
          <a:off x="770705" y="222010"/>
          <a:ext cx="312574" cy="156287"/>
        </a:xfrm>
        <a:prstGeom prst="rect">
          <a:avLst/>
        </a:prstGeom>
        <a:solidFill>
          <a:schemeClr val="accent5">
            <a:lumMod val="20000"/>
            <a:lumOff val="8000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311150">
            <a:lnSpc>
              <a:spcPct val="90000"/>
            </a:lnSpc>
            <a:spcBef>
              <a:spcPct val="0"/>
            </a:spcBef>
            <a:spcAft>
              <a:spcPct val="35000"/>
            </a:spcAft>
          </a:pPr>
          <a:r>
            <a:rPr lang="en-US" sz="700" kern="1200" dirty="0"/>
            <a:t>Deputy CTO</a:t>
          </a:r>
        </a:p>
      </dsp:txBody>
      <dsp:txXfrm>
        <a:off x="770705" y="222010"/>
        <a:ext cx="312574" cy="15628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CA85F7-5FB0-4DCF-A630-522466AD3D89}">
      <dsp:nvSpPr>
        <dsp:cNvPr id="0" name=""/>
        <dsp:cNvSpPr/>
      </dsp:nvSpPr>
      <dsp:spPr>
        <a:xfrm>
          <a:off x="1232138" y="271253"/>
          <a:ext cx="104794" cy="249420"/>
        </a:xfrm>
        <a:custGeom>
          <a:avLst/>
          <a:gdLst/>
          <a:ahLst/>
          <a:cxnLst/>
          <a:rect l="0" t="0" r="0" b="0"/>
          <a:pathLst>
            <a:path>
              <a:moveTo>
                <a:pt x="0" y="0"/>
              </a:moveTo>
              <a:lnTo>
                <a:pt x="0" y="249420"/>
              </a:lnTo>
              <a:lnTo>
                <a:pt x="104794" y="2494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FC46AA-A200-437F-85BD-18150829FBC4}">
      <dsp:nvSpPr>
        <dsp:cNvPr id="0" name=""/>
        <dsp:cNvSpPr/>
      </dsp:nvSpPr>
      <dsp:spPr>
        <a:xfrm>
          <a:off x="1232138" y="271253"/>
          <a:ext cx="656085" cy="498841"/>
        </a:xfrm>
        <a:custGeom>
          <a:avLst/>
          <a:gdLst/>
          <a:ahLst/>
          <a:cxnLst/>
          <a:rect l="0" t="0" r="0" b="0"/>
          <a:pathLst>
            <a:path>
              <a:moveTo>
                <a:pt x="0" y="0"/>
              </a:moveTo>
              <a:lnTo>
                <a:pt x="0" y="441908"/>
              </a:lnTo>
              <a:lnTo>
                <a:pt x="656085" y="441908"/>
              </a:lnTo>
              <a:lnTo>
                <a:pt x="656085" y="4988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C30AF6-B81C-4288-BB65-0261022B4804}">
      <dsp:nvSpPr>
        <dsp:cNvPr id="0" name=""/>
        <dsp:cNvSpPr/>
      </dsp:nvSpPr>
      <dsp:spPr>
        <a:xfrm>
          <a:off x="1186418" y="271253"/>
          <a:ext cx="91440" cy="498841"/>
        </a:xfrm>
        <a:custGeom>
          <a:avLst/>
          <a:gdLst/>
          <a:ahLst/>
          <a:cxnLst/>
          <a:rect l="0" t="0" r="0" b="0"/>
          <a:pathLst>
            <a:path>
              <a:moveTo>
                <a:pt x="45720" y="0"/>
              </a:moveTo>
              <a:lnTo>
                <a:pt x="45720" y="4988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181AD7-BBB7-4546-A400-199AA3F37277}">
      <dsp:nvSpPr>
        <dsp:cNvPr id="0" name=""/>
        <dsp:cNvSpPr/>
      </dsp:nvSpPr>
      <dsp:spPr>
        <a:xfrm>
          <a:off x="576053" y="271253"/>
          <a:ext cx="656085" cy="498841"/>
        </a:xfrm>
        <a:custGeom>
          <a:avLst/>
          <a:gdLst/>
          <a:ahLst/>
          <a:cxnLst/>
          <a:rect l="0" t="0" r="0" b="0"/>
          <a:pathLst>
            <a:path>
              <a:moveTo>
                <a:pt x="656085" y="0"/>
              </a:moveTo>
              <a:lnTo>
                <a:pt x="656085" y="441908"/>
              </a:lnTo>
              <a:lnTo>
                <a:pt x="0" y="441908"/>
              </a:lnTo>
              <a:lnTo>
                <a:pt x="0" y="4988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2812BD-0E60-4C0C-9F92-41064E158913}">
      <dsp:nvSpPr>
        <dsp:cNvPr id="0" name=""/>
        <dsp:cNvSpPr/>
      </dsp:nvSpPr>
      <dsp:spPr>
        <a:xfrm>
          <a:off x="961028" y="144"/>
          <a:ext cx="542219" cy="271109"/>
        </a:xfrm>
        <a:prstGeom prst="rect">
          <a:avLst/>
        </a:prstGeom>
        <a:solidFill>
          <a:schemeClr val="accent5">
            <a:lumMod val="20000"/>
            <a:lumOff val="8000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311150">
            <a:lnSpc>
              <a:spcPct val="90000"/>
            </a:lnSpc>
            <a:spcBef>
              <a:spcPct val="0"/>
            </a:spcBef>
            <a:spcAft>
              <a:spcPct val="35000"/>
            </a:spcAft>
          </a:pPr>
          <a:r>
            <a:rPr lang="en-US" sz="700" kern="1200" dirty="0"/>
            <a:t>“CTO”</a:t>
          </a:r>
        </a:p>
      </dsp:txBody>
      <dsp:txXfrm>
        <a:off x="961028" y="144"/>
        <a:ext cx="542219" cy="271109"/>
      </dsp:txXfrm>
    </dsp:sp>
    <dsp:sp modelId="{4FCCD477-00EF-4653-A9A1-764D2B973A2A}">
      <dsp:nvSpPr>
        <dsp:cNvPr id="0" name=""/>
        <dsp:cNvSpPr/>
      </dsp:nvSpPr>
      <dsp:spPr>
        <a:xfrm>
          <a:off x="304943" y="770095"/>
          <a:ext cx="542219" cy="271109"/>
        </a:xfrm>
        <a:prstGeom prst="rect">
          <a:avLst/>
        </a:prstGeom>
        <a:solidFill>
          <a:srgbClr val="5B9BD5">
            <a:lumMod val="20000"/>
            <a:lumOff val="8000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solidFill>
                <a:prstClr val="white"/>
              </a:solidFill>
              <a:latin typeface="Calibri" panose="020F0502020204030204"/>
              <a:ea typeface="+mn-ea"/>
              <a:cs typeface="+mn-cs"/>
            </a:rPr>
            <a:t>IT</a:t>
          </a:r>
        </a:p>
      </dsp:txBody>
      <dsp:txXfrm>
        <a:off x="304943" y="770095"/>
        <a:ext cx="542219" cy="271109"/>
      </dsp:txXfrm>
    </dsp:sp>
    <dsp:sp modelId="{83F9B8C6-5598-4A71-B93B-2180FE773A0C}">
      <dsp:nvSpPr>
        <dsp:cNvPr id="0" name=""/>
        <dsp:cNvSpPr/>
      </dsp:nvSpPr>
      <dsp:spPr>
        <a:xfrm>
          <a:off x="961028" y="770095"/>
          <a:ext cx="542219" cy="271109"/>
        </a:xfrm>
        <a:prstGeom prst="rect">
          <a:avLst/>
        </a:prstGeom>
        <a:solidFill>
          <a:srgbClr val="4472C4">
            <a:hueOff val="0"/>
            <a:satOff val="0"/>
            <a:lumOff val="0"/>
            <a:alphaOff val="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311150">
            <a:lnSpc>
              <a:spcPct val="90000"/>
            </a:lnSpc>
            <a:spcBef>
              <a:spcPct val="0"/>
            </a:spcBef>
            <a:spcAft>
              <a:spcPct val="35000"/>
            </a:spcAft>
            <a:buFont typeface="+mj-lt"/>
            <a:buAutoNum type="alphaLcPeriod"/>
          </a:pPr>
          <a:r>
            <a:rPr lang="en-US" sz="700" kern="1200" dirty="0"/>
            <a:t>Product </a:t>
          </a:r>
          <a:br>
            <a:rPr lang="en-US" sz="700" kern="1200" dirty="0"/>
          </a:br>
          <a:r>
            <a:rPr lang="en-US" sz="700" kern="1200" dirty="0">
              <a:solidFill>
                <a:prstClr val="white"/>
              </a:solidFill>
              <a:latin typeface="Calibri" panose="020F0502020204030204"/>
              <a:ea typeface="+mn-ea"/>
              <a:cs typeface="+mn-cs"/>
            </a:rPr>
            <a:t>Management</a:t>
          </a:r>
        </a:p>
      </dsp:txBody>
      <dsp:txXfrm>
        <a:off x="961028" y="770095"/>
        <a:ext cx="542219" cy="271109"/>
      </dsp:txXfrm>
    </dsp:sp>
    <dsp:sp modelId="{B8B5EA46-5A89-4445-94AA-870576DF2BE5}">
      <dsp:nvSpPr>
        <dsp:cNvPr id="0" name=""/>
        <dsp:cNvSpPr/>
      </dsp:nvSpPr>
      <dsp:spPr>
        <a:xfrm>
          <a:off x="1617114" y="770095"/>
          <a:ext cx="542219" cy="271109"/>
        </a:xfrm>
        <a:prstGeom prst="rect">
          <a:avLst/>
        </a:prstGeom>
        <a:solidFill>
          <a:schemeClr val="accent5">
            <a:lumMod val="20000"/>
            <a:lumOff val="8000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311150">
            <a:lnSpc>
              <a:spcPct val="90000"/>
            </a:lnSpc>
            <a:spcBef>
              <a:spcPct val="0"/>
            </a:spcBef>
            <a:spcAft>
              <a:spcPct val="35000"/>
            </a:spcAft>
          </a:pPr>
          <a:r>
            <a:rPr lang="en-US" sz="700" kern="1200"/>
            <a:t>Field </a:t>
          </a:r>
          <a:r>
            <a:rPr lang="en-US" sz="700" kern="1200" dirty="0"/>
            <a:t>Support</a:t>
          </a:r>
        </a:p>
      </dsp:txBody>
      <dsp:txXfrm>
        <a:off x="1617114" y="770095"/>
        <a:ext cx="542219" cy="271109"/>
      </dsp:txXfrm>
    </dsp:sp>
    <dsp:sp modelId="{9F039A72-1BAA-4E34-A0C6-A2780E69889D}">
      <dsp:nvSpPr>
        <dsp:cNvPr id="0" name=""/>
        <dsp:cNvSpPr/>
      </dsp:nvSpPr>
      <dsp:spPr>
        <a:xfrm>
          <a:off x="1336933" y="385119"/>
          <a:ext cx="542219" cy="271109"/>
        </a:xfrm>
        <a:prstGeom prst="rect">
          <a:avLst/>
        </a:prstGeom>
        <a:solidFill>
          <a:srgbClr val="5B9BD5">
            <a:lumMod val="20000"/>
            <a:lumOff val="8000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solidFill>
                <a:prstClr val="white"/>
              </a:solidFill>
              <a:latin typeface="Calibri" panose="020F0502020204030204"/>
              <a:ea typeface="+mn-ea"/>
              <a:cs typeface="+mn-cs"/>
            </a:rPr>
            <a:t>Deputy CTO</a:t>
          </a:r>
        </a:p>
      </dsp:txBody>
      <dsp:txXfrm>
        <a:off x="1336933" y="385119"/>
        <a:ext cx="542219" cy="27110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CA85F7-5FB0-4DCF-A630-522466AD3D89}">
      <dsp:nvSpPr>
        <dsp:cNvPr id="0" name=""/>
        <dsp:cNvSpPr/>
      </dsp:nvSpPr>
      <dsp:spPr>
        <a:xfrm>
          <a:off x="664574" y="156369"/>
          <a:ext cx="91440" cy="143784"/>
        </a:xfrm>
        <a:custGeom>
          <a:avLst/>
          <a:gdLst/>
          <a:ahLst/>
          <a:cxnLst/>
          <a:rect l="0" t="0" r="0" b="0"/>
          <a:pathLst>
            <a:path>
              <a:moveTo>
                <a:pt x="45720" y="0"/>
              </a:moveTo>
              <a:lnTo>
                <a:pt x="45720" y="143784"/>
              </a:lnTo>
              <a:lnTo>
                <a:pt x="106131" y="14378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FC46AA-A200-437F-85BD-18150829FBC4}">
      <dsp:nvSpPr>
        <dsp:cNvPr id="0" name=""/>
        <dsp:cNvSpPr/>
      </dsp:nvSpPr>
      <dsp:spPr>
        <a:xfrm>
          <a:off x="710294" y="156369"/>
          <a:ext cx="378215" cy="287568"/>
        </a:xfrm>
        <a:custGeom>
          <a:avLst/>
          <a:gdLst/>
          <a:ahLst/>
          <a:cxnLst/>
          <a:rect l="0" t="0" r="0" b="0"/>
          <a:pathLst>
            <a:path>
              <a:moveTo>
                <a:pt x="0" y="0"/>
              </a:moveTo>
              <a:lnTo>
                <a:pt x="0" y="254748"/>
              </a:lnTo>
              <a:lnTo>
                <a:pt x="378215" y="254748"/>
              </a:lnTo>
              <a:lnTo>
                <a:pt x="378215" y="28756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C30AF6-B81C-4288-BB65-0261022B4804}">
      <dsp:nvSpPr>
        <dsp:cNvPr id="0" name=""/>
        <dsp:cNvSpPr/>
      </dsp:nvSpPr>
      <dsp:spPr>
        <a:xfrm>
          <a:off x="664574" y="156369"/>
          <a:ext cx="91440" cy="287568"/>
        </a:xfrm>
        <a:custGeom>
          <a:avLst/>
          <a:gdLst/>
          <a:ahLst/>
          <a:cxnLst/>
          <a:rect l="0" t="0" r="0" b="0"/>
          <a:pathLst>
            <a:path>
              <a:moveTo>
                <a:pt x="45720" y="0"/>
              </a:moveTo>
              <a:lnTo>
                <a:pt x="45720" y="28756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181AD7-BBB7-4546-A400-199AA3F37277}">
      <dsp:nvSpPr>
        <dsp:cNvPr id="0" name=""/>
        <dsp:cNvSpPr/>
      </dsp:nvSpPr>
      <dsp:spPr>
        <a:xfrm>
          <a:off x="332078" y="156369"/>
          <a:ext cx="378215" cy="287568"/>
        </a:xfrm>
        <a:custGeom>
          <a:avLst/>
          <a:gdLst/>
          <a:ahLst/>
          <a:cxnLst/>
          <a:rect l="0" t="0" r="0" b="0"/>
          <a:pathLst>
            <a:path>
              <a:moveTo>
                <a:pt x="378215" y="0"/>
              </a:moveTo>
              <a:lnTo>
                <a:pt x="378215" y="254748"/>
              </a:lnTo>
              <a:lnTo>
                <a:pt x="0" y="254748"/>
              </a:lnTo>
              <a:lnTo>
                <a:pt x="0" y="28756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2812BD-0E60-4C0C-9F92-41064E158913}">
      <dsp:nvSpPr>
        <dsp:cNvPr id="0" name=""/>
        <dsp:cNvSpPr/>
      </dsp:nvSpPr>
      <dsp:spPr>
        <a:xfrm>
          <a:off x="554006" y="82"/>
          <a:ext cx="312574" cy="156287"/>
        </a:xfrm>
        <a:prstGeom prst="rect">
          <a:avLst/>
        </a:prstGeom>
        <a:solidFill>
          <a:schemeClr val="accent5">
            <a:lumMod val="20000"/>
            <a:lumOff val="8000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311150">
            <a:lnSpc>
              <a:spcPct val="90000"/>
            </a:lnSpc>
            <a:spcBef>
              <a:spcPct val="0"/>
            </a:spcBef>
            <a:spcAft>
              <a:spcPct val="35000"/>
            </a:spcAft>
          </a:pPr>
          <a:r>
            <a:rPr lang="en-US" sz="700" kern="1200" dirty="0"/>
            <a:t>“CTO”</a:t>
          </a:r>
        </a:p>
      </dsp:txBody>
      <dsp:txXfrm>
        <a:off x="554006" y="82"/>
        <a:ext cx="312574" cy="156287"/>
      </dsp:txXfrm>
    </dsp:sp>
    <dsp:sp modelId="{4FCCD477-00EF-4653-A9A1-764D2B973A2A}">
      <dsp:nvSpPr>
        <dsp:cNvPr id="0" name=""/>
        <dsp:cNvSpPr/>
      </dsp:nvSpPr>
      <dsp:spPr>
        <a:xfrm>
          <a:off x="175791" y="443938"/>
          <a:ext cx="312574" cy="156287"/>
        </a:xfrm>
        <a:prstGeom prst="rect">
          <a:avLst/>
        </a:prstGeom>
        <a:solidFill>
          <a:srgbClr val="5B9BD5">
            <a:lumMod val="20000"/>
            <a:lumOff val="8000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solidFill>
                <a:prstClr val="white"/>
              </a:solidFill>
              <a:latin typeface="Calibri" panose="020F0502020204030204"/>
              <a:ea typeface="+mn-ea"/>
              <a:cs typeface="+mn-cs"/>
            </a:rPr>
            <a:t>IT</a:t>
          </a:r>
        </a:p>
      </dsp:txBody>
      <dsp:txXfrm>
        <a:off x="175791" y="443938"/>
        <a:ext cx="312574" cy="156287"/>
      </dsp:txXfrm>
    </dsp:sp>
    <dsp:sp modelId="{83F9B8C6-5598-4A71-B93B-2180FE773A0C}">
      <dsp:nvSpPr>
        <dsp:cNvPr id="0" name=""/>
        <dsp:cNvSpPr/>
      </dsp:nvSpPr>
      <dsp:spPr>
        <a:xfrm>
          <a:off x="554006" y="443938"/>
          <a:ext cx="312574" cy="156287"/>
        </a:xfrm>
        <a:prstGeom prst="rect">
          <a:avLst/>
        </a:prstGeom>
        <a:solidFill>
          <a:srgbClr val="4472C4">
            <a:hueOff val="0"/>
            <a:satOff val="0"/>
            <a:lumOff val="0"/>
            <a:alphaOff val="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177800">
            <a:lnSpc>
              <a:spcPct val="90000"/>
            </a:lnSpc>
            <a:spcBef>
              <a:spcPct val="0"/>
            </a:spcBef>
            <a:spcAft>
              <a:spcPct val="35000"/>
            </a:spcAft>
            <a:buFont typeface="+mj-lt"/>
            <a:buAutoNum type="alphaLcPeriod"/>
          </a:pPr>
          <a:r>
            <a:rPr lang="en-US" sz="400" kern="1200" dirty="0"/>
            <a:t>Product </a:t>
          </a:r>
          <a:br>
            <a:rPr lang="en-US" sz="400" kern="1200" dirty="0"/>
          </a:br>
          <a:r>
            <a:rPr lang="en-US" sz="400" kern="1200" dirty="0">
              <a:solidFill>
                <a:prstClr val="white"/>
              </a:solidFill>
              <a:latin typeface="Calibri" panose="020F0502020204030204"/>
              <a:ea typeface="+mn-ea"/>
              <a:cs typeface="+mn-cs"/>
            </a:rPr>
            <a:t>Management</a:t>
          </a:r>
          <a:endParaRPr lang="en-US" sz="700" kern="1200" dirty="0">
            <a:solidFill>
              <a:prstClr val="white"/>
            </a:solidFill>
            <a:latin typeface="Calibri" panose="020F0502020204030204"/>
            <a:ea typeface="+mn-ea"/>
            <a:cs typeface="+mn-cs"/>
          </a:endParaRPr>
        </a:p>
      </dsp:txBody>
      <dsp:txXfrm>
        <a:off x="554006" y="443938"/>
        <a:ext cx="312574" cy="156287"/>
      </dsp:txXfrm>
    </dsp:sp>
    <dsp:sp modelId="{B8B5EA46-5A89-4445-94AA-870576DF2BE5}">
      <dsp:nvSpPr>
        <dsp:cNvPr id="0" name=""/>
        <dsp:cNvSpPr/>
      </dsp:nvSpPr>
      <dsp:spPr>
        <a:xfrm>
          <a:off x="932221" y="443938"/>
          <a:ext cx="312574" cy="156287"/>
        </a:xfrm>
        <a:prstGeom prst="rect">
          <a:avLst/>
        </a:prstGeom>
        <a:solidFill>
          <a:schemeClr val="accent5">
            <a:lumMod val="20000"/>
            <a:lumOff val="8000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1905" tIns="1905" rIns="1905" bIns="1905" numCol="1" spcCol="1270" anchor="ctr" anchorCtr="0">
          <a:noAutofit/>
        </a:bodyPr>
        <a:lstStyle/>
        <a:p>
          <a:pPr lvl="0" algn="ctr" defTabSz="133350">
            <a:lnSpc>
              <a:spcPct val="90000"/>
            </a:lnSpc>
            <a:spcBef>
              <a:spcPct val="0"/>
            </a:spcBef>
            <a:spcAft>
              <a:spcPct val="35000"/>
            </a:spcAft>
          </a:pPr>
          <a:r>
            <a:rPr lang="en-US" sz="300" kern="1200" dirty="0"/>
            <a:t>Field Support</a:t>
          </a:r>
        </a:p>
      </dsp:txBody>
      <dsp:txXfrm>
        <a:off x="932221" y="443938"/>
        <a:ext cx="312574" cy="156287"/>
      </dsp:txXfrm>
    </dsp:sp>
    <dsp:sp modelId="{9F039A72-1BAA-4E34-A0C6-A2780E69889D}">
      <dsp:nvSpPr>
        <dsp:cNvPr id="0" name=""/>
        <dsp:cNvSpPr/>
      </dsp:nvSpPr>
      <dsp:spPr>
        <a:xfrm>
          <a:off x="770705" y="222010"/>
          <a:ext cx="312574" cy="156287"/>
        </a:xfrm>
        <a:prstGeom prst="rect">
          <a:avLst/>
        </a:prstGeom>
        <a:solidFill>
          <a:schemeClr val="accent5">
            <a:lumMod val="20000"/>
            <a:lumOff val="8000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1905" tIns="1905" rIns="1905" bIns="1905" numCol="1" spcCol="1270" anchor="ctr" anchorCtr="0">
          <a:noAutofit/>
        </a:bodyPr>
        <a:lstStyle/>
        <a:p>
          <a:pPr lvl="0" algn="ctr" defTabSz="133350">
            <a:lnSpc>
              <a:spcPct val="90000"/>
            </a:lnSpc>
            <a:spcBef>
              <a:spcPct val="0"/>
            </a:spcBef>
            <a:spcAft>
              <a:spcPct val="35000"/>
            </a:spcAft>
          </a:pPr>
          <a:r>
            <a:rPr lang="en-US" sz="300" kern="1200" dirty="0"/>
            <a:t>Deputy CTO</a:t>
          </a:r>
        </a:p>
      </dsp:txBody>
      <dsp:txXfrm>
        <a:off x="770705" y="222010"/>
        <a:ext cx="312574" cy="15628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CA85F7-5FB0-4DCF-A630-522466AD3D89}">
      <dsp:nvSpPr>
        <dsp:cNvPr id="0" name=""/>
        <dsp:cNvSpPr/>
      </dsp:nvSpPr>
      <dsp:spPr>
        <a:xfrm>
          <a:off x="1232138" y="271253"/>
          <a:ext cx="104794" cy="249420"/>
        </a:xfrm>
        <a:custGeom>
          <a:avLst/>
          <a:gdLst/>
          <a:ahLst/>
          <a:cxnLst/>
          <a:rect l="0" t="0" r="0" b="0"/>
          <a:pathLst>
            <a:path>
              <a:moveTo>
                <a:pt x="0" y="0"/>
              </a:moveTo>
              <a:lnTo>
                <a:pt x="0" y="249420"/>
              </a:lnTo>
              <a:lnTo>
                <a:pt x="104794" y="2494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FC46AA-A200-437F-85BD-18150829FBC4}">
      <dsp:nvSpPr>
        <dsp:cNvPr id="0" name=""/>
        <dsp:cNvSpPr/>
      </dsp:nvSpPr>
      <dsp:spPr>
        <a:xfrm>
          <a:off x="1232138" y="271253"/>
          <a:ext cx="656085" cy="498841"/>
        </a:xfrm>
        <a:custGeom>
          <a:avLst/>
          <a:gdLst/>
          <a:ahLst/>
          <a:cxnLst/>
          <a:rect l="0" t="0" r="0" b="0"/>
          <a:pathLst>
            <a:path>
              <a:moveTo>
                <a:pt x="0" y="0"/>
              </a:moveTo>
              <a:lnTo>
                <a:pt x="0" y="441908"/>
              </a:lnTo>
              <a:lnTo>
                <a:pt x="656085" y="441908"/>
              </a:lnTo>
              <a:lnTo>
                <a:pt x="656085" y="4988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C30AF6-B81C-4288-BB65-0261022B4804}">
      <dsp:nvSpPr>
        <dsp:cNvPr id="0" name=""/>
        <dsp:cNvSpPr/>
      </dsp:nvSpPr>
      <dsp:spPr>
        <a:xfrm>
          <a:off x="1186418" y="271253"/>
          <a:ext cx="91440" cy="498841"/>
        </a:xfrm>
        <a:custGeom>
          <a:avLst/>
          <a:gdLst/>
          <a:ahLst/>
          <a:cxnLst/>
          <a:rect l="0" t="0" r="0" b="0"/>
          <a:pathLst>
            <a:path>
              <a:moveTo>
                <a:pt x="45720" y="0"/>
              </a:moveTo>
              <a:lnTo>
                <a:pt x="45720" y="4988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181AD7-BBB7-4546-A400-199AA3F37277}">
      <dsp:nvSpPr>
        <dsp:cNvPr id="0" name=""/>
        <dsp:cNvSpPr/>
      </dsp:nvSpPr>
      <dsp:spPr>
        <a:xfrm>
          <a:off x="576053" y="271253"/>
          <a:ext cx="656085" cy="498841"/>
        </a:xfrm>
        <a:custGeom>
          <a:avLst/>
          <a:gdLst/>
          <a:ahLst/>
          <a:cxnLst/>
          <a:rect l="0" t="0" r="0" b="0"/>
          <a:pathLst>
            <a:path>
              <a:moveTo>
                <a:pt x="656085" y="0"/>
              </a:moveTo>
              <a:lnTo>
                <a:pt x="656085" y="441908"/>
              </a:lnTo>
              <a:lnTo>
                <a:pt x="0" y="441908"/>
              </a:lnTo>
              <a:lnTo>
                <a:pt x="0" y="49884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2812BD-0E60-4C0C-9F92-41064E158913}">
      <dsp:nvSpPr>
        <dsp:cNvPr id="0" name=""/>
        <dsp:cNvSpPr/>
      </dsp:nvSpPr>
      <dsp:spPr>
        <a:xfrm>
          <a:off x="961028" y="144"/>
          <a:ext cx="542219" cy="271109"/>
        </a:xfrm>
        <a:prstGeom prst="rect">
          <a:avLst/>
        </a:prstGeom>
        <a:solidFill>
          <a:schemeClr val="accent5">
            <a:lumMod val="20000"/>
            <a:lumOff val="8000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311150">
            <a:lnSpc>
              <a:spcPct val="90000"/>
            </a:lnSpc>
            <a:spcBef>
              <a:spcPct val="0"/>
            </a:spcBef>
            <a:spcAft>
              <a:spcPct val="35000"/>
            </a:spcAft>
          </a:pPr>
          <a:r>
            <a:rPr lang="en-US" sz="700" kern="1200" dirty="0"/>
            <a:t>“CTO”</a:t>
          </a:r>
        </a:p>
      </dsp:txBody>
      <dsp:txXfrm>
        <a:off x="961028" y="144"/>
        <a:ext cx="542219" cy="271109"/>
      </dsp:txXfrm>
    </dsp:sp>
    <dsp:sp modelId="{4FCCD477-00EF-4653-A9A1-764D2B973A2A}">
      <dsp:nvSpPr>
        <dsp:cNvPr id="0" name=""/>
        <dsp:cNvSpPr/>
      </dsp:nvSpPr>
      <dsp:spPr>
        <a:xfrm>
          <a:off x="304943" y="770095"/>
          <a:ext cx="542219" cy="271109"/>
        </a:xfrm>
        <a:prstGeom prst="rect">
          <a:avLst/>
        </a:prstGeom>
        <a:solidFill>
          <a:srgbClr val="5B9BD5">
            <a:lumMod val="20000"/>
            <a:lumOff val="8000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solidFill>
                <a:prstClr val="white"/>
              </a:solidFill>
              <a:latin typeface="Calibri" panose="020F0502020204030204"/>
              <a:ea typeface="+mn-ea"/>
              <a:cs typeface="+mn-cs"/>
            </a:rPr>
            <a:t>IT</a:t>
          </a:r>
        </a:p>
      </dsp:txBody>
      <dsp:txXfrm>
        <a:off x="304943" y="770095"/>
        <a:ext cx="542219" cy="271109"/>
      </dsp:txXfrm>
    </dsp:sp>
    <dsp:sp modelId="{83F9B8C6-5598-4A71-B93B-2180FE773A0C}">
      <dsp:nvSpPr>
        <dsp:cNvPr id="0" name=""/>
        <dsp:cNvSpPr/>
      </dsp:nvSpPr>
      <dsp:spPr>
        <a:xfrm>
          <a:off x="961028" y="770095"/>
          <a:ext cx="542219" cy="271109"/>
        </a:xfrm>
        <a:prstGeom prst="rect">
          <a:avLst/>
        </a:prstGeom>
        <a:solidFill>
          <a:srgbClr val="5B9BD5">
            <a:lumMod val="20000"/>
            <a:lumOff val="8000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311150">
            <a:lnSpc>
              <a:spcPct val="90000"/>
            </a:lnSpc>
            <a:spcBef>
              <a:spcPct val="0"/>
            </a:spcBef>
            <a:spcAft>
              <a:spcPct val="35000"/>
            </a:spcAft>
            <a:buFont typeface="+mj-lt"/>
            <a:buAutoNum type="alphaLcPeriod"/>
          </a:pPr>
          <a:r>
            <a:rPr lang="en-US" sz="700" kern="1200" dirty="0"/>
            <a:t>Product </a:t>
          </a:r>
          <a:br>
            <a:rPr lang="en-US" sz="700" kern="1200" dirty="0"/>
          </a:br>
          <a:r>
            <a:rPr lang="en-US" sz="700" kern="1200" dirty="0">
              <a:solidFill>
                <a:prstClr val="white"/>
              </a:solidFill>
              <a:latin typeface="Calibri" panose="020F0502020204030204"/>
              <a:ea typeface="+mn-ea"/>
              <a:cs typeface="+mn-cs"/>
            </a:rPr>
            <a:t>Management</a:t>
          </a:r>
        </a:p>
      </dsp:txBody>
      <dsp:txXfrm>
        <a:off x="961028" y="770095"/>
        <a:ext cx="542219" cy="271109"/>
      </dsp:txXfrm>
    </dsp:sp>
    <dsp:sp modelId="{B8B5EA46-5A89-4445-94AA-870576DF2BE5}">
      <dsp:nvSpPr>
        <dsp:cNvPr id="0" name=""/>
        <dsp:cNvSpPr/>
      </dsp:nvSpPr>
      <dsp:spPr>
        <a:xfrm>
          <a:off x="1617114" y="770095"/>
          <a:ext cx="542219" cy="271109"/>
        </a:xfrm>
        <a:prstGeom prst="rect">
          <a:avLst/>
        </a:prstGeom>
        <a:solidFill>
          <a:srgbClr val="4472C4">
            <a:hueOff val="0"/>
            <a:satOff val="0"/>
            <a:lumOff val="0"/>
            <a:alphaOff val="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Font typeface="+mj-lt"/>
            <a:buNone/>
          </a:pPr>
          <a:r>
            <a:rPr lang="en-US" sz="700" kern="1200">
              <a:solidFill>
                <a:prstClr val="white"/>
              </a:solidFill>
              <a:latin typeface="Calibri" panose="020F0502020204030204"/>
              <a:ea typeface="+mn-ea"/>
              <a:cs typeface="+mn-cs"/>
            </a:rPr>
            <a:t>Field </a:t>
          </a:r>
          <a:r>
            <a:rPr lang="en-US" sz="700" kern="1200" dirty="0">
              <a:solidFill>
                <a:prstClr val="white"/>
              </a:solidFill>
              <a:latin typeface="Calibri" panose="020F0502020204030204"/>
              <a:ea typeface="+mn-ea"/>
              <a:cs typeface="+mn-cs"/>
            </a:rPr>
            <a:t>Support</a:t>
          </a:r>
        </a:p>
      </dsp:txBody>
      <dsp:txXfrm>
        <a:off x="1617114" y="770095"/>
        <a:ext cx="542219" cy="271109"/>
      </dsp:txXfrm>
    </dsp:sp>
    <dsp:sp modelId="{9F039A72-1BAA-4E34-A0C6-A2780E69889D}">
      <dsp:nvSpPr>
        <dsp:cNvPr id="0" name=""/>
        <dsp:cNvSpPr/>
      </dsp:nvSpPr>
      <dsp:spPr>
        <a:xfrm>
          <a:off x="1336933" y="385119"/>
          <a:ext cx="542219" cy="271109"/>
        </a:xfrm>
        <a:prstGeom prst="rect">
          <a:avLst/>
        </a:prstGeom>
        <a:solidFill>
          <a:srgbClr val="5B9BD5">
            <a:lumMod val="20000"/>
            <a:lumOff val="8000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ctr" defTabSz="311150">
            <a:lnSpc>
              <a:spcPct val="90000"/>
            </a:lnSpc>
            <a:spcBef>
              <a:spcPct val="0"/>
            </a:spcBef>
            <a:spcAft>
              <a:spcPct val="35000"/>
            </a:spcAft>
            <a:buNone/>
          </a:pPr>
          <a:r>
            <a:rPr lang="en-US" sz="700" kern="1200" dirty="0">
              <a:solidFill>
                <a:prstClr val="white"/>
              </a:solidFill>
              <a:latin typeface="Calibri" panose="020F0502020204030204"/>
              <a:ea typeface="+mn-ea"/>
              <a:cs typeface="+mn-cs"/>
            </a:rPr>
            <a:t>Deputy CTO</a:t>
          </a:r>
        </a:p>
      </dsp:txBody>
      <dsp:txXfrm>
        <a:off x="1336933" y="385119"/>
        <a:ext cx="542219" cy="27110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CA85F7-5FB0-4DCF-A630-522466AD3D89}">
      <dsp:nvSpPr>
        <dsp:cNvPr id="0" name=""/>
        <dsp:cNvSpPr/>
      </dsp:nvSpPr>
      <dsp:spPr>
        <a:xfrm>
          <a:off x="664574" y="156369"/>
          <a:ext cx="91440" cy="143784"/>
        </a:xfrm>
        <a:custGeom>
          <a:avLst/>
          <a:gdLst/>
          <a:ahLst/>
          <a:cxnLst/>
          <a:rect l="0" t="0" r="0" b="0"/>
          <a:pathLst>
            <a:path>
              <a:moveTo>
                <a:pt x="45720" y="0"/>
              </a:moveTo>
              <a:lnTo>
                <a:pt x="45720" y="143784"/>
              </a:lnTo>
              <a:lnTo>
                <a:pt x="106131" y="14378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FC46AA-A200-437F-85BD-18150829FBC4}">
      <dsp:nvSpPr>
        <dsp:cNvPr id="0" name=""/>
        <dsp:cNvSpPr/>
      </dsp:nvSpPr>
      <dsp:spPr>
        <a:xfrm>
          <a:off x="710294" y="156369"/>
          <a:ext cx="378215" cy="287568"/>
        </a:xfrm>
        <a:custGeom>
          <a:avLst/>
          <a:gdLst/>
          <a:ahLst/>
          <a:cxnLst/>
          <a:rect l="0" t="0" r="0" b="0"/>
          <a:pathLst>
            <a:path>
              <a:moveTo>
                <a:pt x="0" y="0"/>
              </a:moveTo>
              <a:lnTo>
                <a:pt x="0" y="254748"/>
              </a:lnTo>
              <a:lnTo>
                <a:pt x="378215" y="254748"/>
              </a:lnTo>
              <a:lnTo>
                <a:pt x="378215" y="28756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C30AF6-B81C-4288-BB65-0261022B4804}">
      <dsp:nvSpPr>
        <dsp:cNvPr id="0" name=""/>
        <dsp:cNvSpPr/>
      </dsp:nvSpPr>
      <dsp:spPr>
        <a:xfrm>
          <a:off x="664574" y="156369"/>
          <a:ext cx="91440" cy="287568"/>
        </a:xfrm>
        <a:custGeom>
          <a:avLst/>
          <a:gdLst/>
          <a:ahLst/>
          <a:cxnLst/>
          <a:rect l="0" t="0" r="0" b="0"/>
          <a:pathLst>
            <a:path>
              <a:moveTo>
                <a:pt x="45720" y="0"/>
              </a:moveTo>
              <a:lnTo>
                <a:pt x="45720" y="28756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181AD7-BBB7-4546-A400-199AA3F37277}">
      <dsp:nvSpPr>
        <dsp:cNvPr id="0" name=""/>
        <dsp:cNvSpPr/>
      </dsp:nvSpPr>
      <dsp:spPr>
        <a:xfrm>
          <a:off x="332078" y="156369"/>
          <a:ext cx="378215" cy="287568"/>
        </a:xfrm>
        <a:custGeom>
          <a:avLst/>
          <a:gdLst/>
          <a:ahLst/>
          <a:cxnLst/>
          <a:rect l="0" t="0" r="0" b="0"/>
          <a:pathLst>
            <a:path>
              <a:moveTo>
                <a:pt x="378215" y="0"/>
              </a:moveTo>
              <a:lnTo>
                <a:pt x="378215" y="254748"/>
              </a:lnTo>
              <a:lnTo>
                <a:pt x="0" y="254748"/>
              </a:lnTo>
              <a:lnTo>
                <a:pt x="0" y="28756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2812BD-0E60-4C0C-9F92-41064E158913}">
      <dsp:nvSpPr>
        <dsp:cNvPr id="0" name=""/>
        <dsp:cNvSpPr/>
      </dsp:nvSpPr>
      <dsp:spPr>
        <a:xfrm>
          <a:off x="554006" y="82"/>
          <a:ext cx="312574" cy="156287"/>
        </a:xfrm>
        <a:prstGeom prst="rect">
          <a:avLst/>
        </a:prstGeom>
        <a:solidFill>
          <a:schemeClr val="accent5">
            <a:lumMod val="20000"/>
            <a:lumOff val="8000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311150">
            <a:lnSpc>
              <a:spcPct val="90000"/>
            </a:lnSpc>
            <a:spcBef>
              <a:spcPct val="0"/>
            </a:spcBef>
            <a:spcAft>
              <a:spcPct val="35000"/>
            </a:spcAft>
          </a:pPr>
          <a:r>
            <a:rPr lang="en-US" sz="700" kern="1200" dirty="0"/>
            <a:t>“CTO”</a:t>
          </a:r>
        </a:p>
      </dsp:txBody>
      <dsp:txXfrm>
        <a:off x="554006" y="82"/>
        <a:ext cx="312574" cy="156287"/>
      </dsp:txXfrm>
    </dsp:sp>
    <dsp:sp modelId="{4FCCD477-00EF-4653-A9A1-764D2B973A2A}">
      <dsp:nvSpPr>
        <dsp:cNvPr id="0" name=""/>
        <dsp:cNvSpPr/>
      </dsp:nvSpPr>
      <dsp:spPr>
        <a:xfrm>
          <a:off x="175791" y="443938"/>
          <a:ext cx="312574" cy="156287"/>
        </a:xfrm>
        <a:prstGeom prst="rect">
          <a:avLst/>
        </a:prstGeom>
        <a:solidFill>
          <a:srgbClr val="5B9BD5">
            <a:lumMod val="20000"/>
            <a:lumOff val="8000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1905" tIns="1905" rIns="1905" bIns="1905" numCol="1" spcCol="1270" anchor="ctr" anchorCtr="0">
          <a:noAutofit/>
        </a:bodyPr>
        <a:lstStyle/>
        <a:p>
          <a:pPr marL="0" lvl="0" indent="0" algn="ctr" defTabSz="133350">
            <a:lnSpc>
              <a:spcPct val="90000"/>
            </a:lnSpc>
            <a:spcBef>
              <a:spcPct val="0"/>
            </a:spcBef>
            <a:spcAft>
              <a:spcPct val="35000"/>
            </a:spcAft>
            <a:buNone/>
          </a:pPr>
          <a:r>
            <a:rPr lang="en-US" sz="300" kern="1200" dirty="0">
              <a:solidFill>
                <a:prstClr val="white"/>
              </a:solidFill>
              <a:latin typeface="Calibri" panose="020F0502020204030204"/>
              <a:ea typeface="+mn-ea"/>
              <a:cs typeface="+mn-cs"/>
            </a:rPr>
            <a:t>IT</a:t>
          </a:r>
        </a:p>
      </dsp:txBody>
      <dsp:txXfrm>
        <a:off x="175791" y="443938"/>
        <a:ext cx="312574" cy="156287"/>
      </dsp:txXfrm>
    </dsp:sp>
    <dsp:sp modelId="{83F9B8C6-5598-4A71-B93B-2180FE773A0C}">
      <dsp:nvSpPr>
        <dsp:cNvPr id="0" name=""/>
        <dsp:cNvSpPr/>
      </dsp:nvSpPr>
      <dsp:spPr>
        <a:xfrm>
          <a:off x="554006" y="443938"/>
          <a:ext cx="312574" cy="156287"/>
        </a:xfrm>
        <a:prstGeom prst="rect">
          <a:avLst/>
        </a:prstGeom>
        <a:solidFill>
          <a:schemeClr val="accent5">
            <a:lumMod val="20000"/>
            <a:lumOff val="8000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311150">
            <a:lnSpc>
              <a:spcPct val="90000"/>
            </a:lnSpc>
            <a:spcBef>
              <a:spcPct val="0"/>
            </a:spcBef>
            <a:spcAft>
              <a:spcPct val="35000"/>
            </a:spcAft>
            <a:buFont typeface="+mj-lt"/>
            <a:buAutoNum type="alphaLcPeriod"/>
          </a:pPr>
          <a:r>
            <a:rPr lang="en-US" sz="700" kern="1200" dirty="0"/>
            <a:t>Product </a:t>
          </a:r>
          <a:br>
            <a:rPr lang="en-US" sz="700" kern="1200" dirty="0"/>
          </a:br>
          <a:r>
            <a:rPr lang="en-US" sz="700" kern="1200" dirty="0"/>
            <a:t>Management</a:t>
          </a:r>
        </a:p>
      </dsp:txBody>
      <dsp:txXfrm>
        <a:off x="554006" y="443938"/>
        <a:ext cx="312574" cy="156287"/>
      </dsp:txXfrm>
    </dsp:sp>
    <dsp:sp modelId="{B8B5EA46-5A89-4445-94AA-870576DF2BE5}">
      <dsp:nvSpPr>
        <dsp:cNvPr id="0" name=""/>
        <dsp:cNvSpPr/>
      </dsp:nvSpPr>
      <dsp:spPr>
        <a:xfrm>
          <a:off x="932221" y="443938"/>
          <a:ext cx="312574" cy="156287"/>
        </a:xfrm>
        <a:prstGeom prst="rect">
          <a:avLst/>
        </a:prstGeom>
        <a:solidFill>
          <a:srgbClr val="4472C4">
            <a:hueOff val="0"/>
            <a:satOff val="0"/>
            <a:lumOff val="0"/>
            <a:alphaOff val="0"/>
          </a:srgb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lvl="0" algn="ctr" defTabSz="222250">
            <a:lnSpc>
              <a:spcPct val="90000"/>
            </a:lnSpc>
            <a:spcBef>
              <a:spcPct val="0"/>
            </a:spcBef>
            <a:spcAft>
              <a:spcPct val="35000"/>
            </a:spcAft>
          </a:pPr>
          <a:r>
            <a:rPr lang="en-US" sz="500" kern="1200" dirty="0"/>
            <a:t>Field </a:t>
          </a:r>
          <a:r>
            <a:rPr lang="en-US" sz="500" kern="1200" dirty="0">
              <a:solidFill>
                <a:prstClr val="white"/>
              </a:solidFill>
              <a:latin typeface="Calibri" panose="020F0502020204030204"/>
              <a:ea typeface="+mn-ea"/>
              <a:cs typeface="+mn-cs"/>
            </a:rPr>
            <a:t>Support</a:t>
          </a:r>
        </a:p>
      </dsp:txBody>
      <dsp:txXfrm>
        <a:off x="932221" y="443938"/>
        <a:ext cx="312574" cy="156287"/>
      </dsp:txXfrm>
    </dsp:sp>
    <dsp:sp modelId="{9F039A72-1BAA-4E34-A0C6-A2780E69889D}">
      <dsp:nvSpPr>
        <dsp:cNvPr id="0" name=""/>
        <dsp:cNvSpPr/>
      </dsp:nvSpPr>
      <dsp:spPr>
        <a:xfrm>
          <a:off x="770705" y="222010"/>
          <a:ext cx="312574" cy="156287"/>
        </a:xfrm>
        <a:prstGeom prst="rect">
          <a:avLst/>
        </a:prstGeom>
        <a:solidFill>
          <a:schemeClr val="accent5">
            <a:lumMod val="20000"/>
            <a:lumOff val="80000"/>
          </a:schemeClr>
        </a:solid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1905" tIns="1905" rIns="1905" bIns="1905" numCol="1" spcCol="1270" anchor="ctr" anchorCtr="0">
          <a:noAutofit/>
        </a:bodyPr>
        <a:lstStyle/>
        <a:p>
          <a:pPr lvl="0" algn="ctr" defTabSz="133350">
            <a:lnSpc>
              <a:spcPct val="90000"/>
            </a:lnSpc>
            <a:spcBef>
              <a:spcPct val="0"/>
            </a:spcBef>
            <a:spcAft>
              <a:spcPct val="35000"/>
            </a:spcAft>
          </a:pPr>
          <a:r>
            <a:rPr lang="en-US" sz="300" kern="1200" dirty="0"/>
            <a:t>Deputy CTO</a:t>
          </a:r>
        </a:p>
      </dsp:txBody>
      <dsp:txXfrm>
        <a:off x="770705" y="222010"/>
        <a:ext cx="312574" cy="15628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2" tIns="47111" rIns="94222" bIns="47111" rtlCol="0"/>
          <a:lstStyle>
            <a:lvl1pPr algn="l">
              <a:defRPr sz="1200"/>
            </a:lvl1pPr>
          </a:lstStyle>
          <a:p>
            <a:endParaRPr lang="en-US" dirty="0"/>
          </a:p>
        </p:txBody>
      </p:sp>
      <p:sp>
        <p:nvSpPr>
          <p:cNvPr id="3" name="Date Placeholder 2"/>
          <p:cNvSpPr>
            <a:spLocks noGrp="1"/>
          </p:cNvSpPr>
          <p:nvPr>
            <p:ph type="dt" idx="1"/>
          </p:nvPr>
        </p:nvSpPr>
        <p:spPr>
          <a:xfrm>
            <a:off x="4023092" y="0"/>
            <a:ext cx="3077739" cy="471054"/>
          </a:xfrm>
          <a:prstGeom prst="rect">
            <a:avLst/>
          </a:prstGeom>
        </p:spPr>
        <p:txBody>
          <a:bodyPr vert="horz" lIns="94222" tIns="47111" rIns="94222" bIns="47111" rtlCol="0"/>
          <a:lstStyle>
            <a:lvl1pPr algn="r">
              <a:defRPr sz="1200"/>
            </a:lvl1pPr>
          </a:lstStyle>
          <a:p>
            <a:fld id="{5EA2A36A-41CA-421F-89C5-611C733EB6AA}" type="datetimeFigureOut">
              <a:rPr lang="en-US" smtClean="0"/>
              <a:t>2/28/18</a:t>
            </a:fld>
            <a:endParaRPr lang="en-US" dirty="0"/>
          </a:p>
        </p:txBody>
      </p:sp>
      <p:sp>
        <p:nvSpPr>
          <p:cNvPr id="4" name="Slide Image Placeholder 3"/>
          <p:cNvSpPr>
            <a:spLocks noGrp="1" noRot="1" noChangeAspect="1"/>
          </p:cNvSpPr>
          <p:nvPr>
            <p:ph type="sldImg" idx="2"/>
          </p:nvPr>
        </p:nvSpPr>
        <p:spPr>
          <a:xfrm>
            <a:off x="1438275" y="1173163"/>
            <a:ext cx="4225925" cy="3170237"/>
          </a:xfrm>
          <a:prstGeom prst="rect">
            <a:avLst/>
          </a:prstGeom>
          <a:noFill/>
          <a:ln w="12700">
            <a:solidFill>
              <a:prstClr val="black"/>
            </a:solidFill>
          </a:ln>
        </p:spPr>
        <p:txBody>
          <a:bodyPr vert="horz" lIns="94222" tIns="47111" rIns="94222" bIns="47111" rtlCol="0" anchor="ctr"/>
          <a:lstStyle/>
          <a:p>
            <a:endParaRPr lang="en-US" dirty="0"/>
          </a:p>
        </p:txBody>
      </p:sp>
      <p:sp>
        <p:nvSpPr>
          <p:cNvPr id="5" name="Notes Placeholder 4"/>
          <p:cNvSpPr>
            <a:spLocks noGrp="1"/>
          </p:cNvSpPr>
          <p:nvPr>
            <p:ph type="body" sz="quarter" idx="3"/>
          </p:nvPr>
        </p:nvSpPr>
        <p:spPr>
          <a:xfrm>
            <a:off x="710248" y="4518205"/>
            <a:ext cx="5681980" cy="3696712"/>
          </a:xfrm>
          <a:prstGeom prst="rect">
            <a:avLst/>
          </a:prstGeom>
        </p:spPr>
        <p:txBody>
          <a:bodyPr vert="horz" lIns="94222" tIns="47111" rIns="94222" bIns="47111"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2" tIns="47111" rIns="94222" bIns="47111"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2" tIns="47111" rIns="94222" bIns="47111" rtlCol="0" anchor="b"/>
          <a:lstStyle>
            <a:lvl1pPr algn="r">
              <a:defRPr sz="1200"/>
            </a:lvl1pPr>
          </a:lstStyle>
          <a:p>
            <a:fld id="{52C90AB7-D8ED-4B15-9EC1-2CD703BEAA38}" type="slidenum">
              <a:rPr lang="en-US" smtClean="0"/>
              <a:t>‹#›</a:t>
            </a:fld>
            <a:endParaRPr lang="en-US" dirty="0"/>
          </a:p>
        </p:txBody>
      </p:sp>
    </p:spTree>
    <p:extLst>
      <p:ext uri="{BB962C8B-B14F-4D97-AF65-F5344CB8AC3E}">
        <p14:creationId xmlns:p14="http://schemas.microsoft.com/office/powerpoint/2010/main" val="3536712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2C90AB7-D8ED-4B15-9EC1-2CD703BEAA38}" type="slidenum">
              <a:rPr lang="en-US" smtClean="0"/>
              <a:t>9</a:t>
            </a:fld>
            <a:endParaRPr lang="en-US" dirty="0"/>
          </a:p>
        </p:txBody>
      </p:sp>
    </p:spTree>
    <p:extLst>
      <p:ext uri="{BB962C8B-B14F-4D97-AF65-F5344CB8AC3E}">
        <p14:creationId xmlns:p14="http://schemas.microsoft.com/office/powerpoint/2010/main" val="1794818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B631B0B-0594-4682-890B-9BB2FE8E8BFD}" type="datetime1">
              <a:rPr lang="en-US" smtClean="0"/>
              <a:t>2/28/18</a:t>
            </a:fld>
            <a:endParaRPr lang="en-US" dirty="0"/>
          </a:p>
        </p:txBody>
      </p:sp>
      <p:sp>
        <p:nvSpPr>
          <p:cNvPr id="5" name="Footer Placeholder 4"/>
          <p:cNvSpPr>
            <a:spLocks noGrp="1"/>
          </p:cNvSpPr>
          <p:nvPr>
            <p:ph type="ftr" sz="quarter" idx="11"/>
          </p:nvPr>
        </p:nvSpPr>
        <p:spPr/>
        <p:txBody>
          <a:bodyPr/>
          <a:lstStyle/>
          <a:p>
            <a:r>
              <a:rPr lang="en-US" dirty="0"/>
              <a:t>Discussion Document - Confidential – Not for Distribution</a:t>
            </a:r>
          </a:p>
        </p:txBody>
      </p:sp>
      <p:sp>
        <p:nvSpPr>
          <p:cNvPr id="6" name="Slide Number Placeholder 5"/>
          <p:cNvSpPr>
            <a:spLocks noGrp="1"/>
          </p:cNvSpPr>
          <p:nvPr>
            <p:ph type="sldNum" sz="quarter" idx="12"/>
          </p:nvPr>
        </p:nvSpPr>
        <p:spPr/>
        <p:txBody>
          <a:bodyPr/>
          <a:lstStyle/>
          <a:p>
            <a:fld id="{0E394E3E-819E-4067-BE3E-D7D3854741F1}" type="slidenum">
              <a:rPr lang="en-US" smtClean="0"/>
              <a:t>‹#›</a:t>
            </a:fld>
            <a:endParaRPr lang="en-US" dirty="0"/>
          </a:p>
        </p:txBody>
      </p:sp>
    </p:spTree>
    <p:extLst>
      <p:ext uri="{BB962C8B-B14F-4D97-AF65-F5344CB8AC3E}">
        <p14:creationId xmlns:p14="http://schemas.microsoft.com/office/powerpoint/2010/main" val="999499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45196"/>
          </a:xfrm>
        </p:spPr>
        <p:txBody>
          <a:bodyPr>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628650" y="1040780"/>
            <a:ext cx="7886700" cy="5136183"/>
          </a:xfrm>
        </p:spPr>
        <p:txBody>
          <a:bodyPr>
            <a:normAutofit/>
          </a:bodyPr>
          <a:lstStyle>
            <a:lvl1pPr marL="236538" indent="-236538">
              <a:buClr>
                <a:srgbClr val="C00000"/>
              </a:buClr>
              <a:tabLst/>
              <a:defRPr sz="1800"/>
            </a:lvl1pPr>
            <a:lvl2pPr marL="577850" indent="-227013">
              <a:buClr>
                <a:srgbClr val="C00000"/>
              </a:buClr>
              <a:tabLst/>
              <a:defRPr sz="1600"/>
            </a:lvl2pPr>
            <a:lvl3pPr marL="917575" indent="-227013" algn="l">
              <a:buClr>
                <a:srgbClr val="C00000"/>
              </a:buClr>
              <a:buFont typeface="Helvetica" charset="0"/>
              <a:buChar char="−"/>
              <a:tabLst/>
              <a:defRPr sz="1400" b="0">
                <a:solidFill>
                  <a:schemeClr val="tx1"/>
                </a:solidFill>
              </a:defRPr>
            </a:lvl3pPr>
            <a:lvl4pPr>
              <a:buClr>
                <a:srgbClr val="C00000"/>
              </a:buClr>
              <a:defRPr sz="1200"/>
            </a:lvl4pPr>
            <a:lvl5pPr>
              <a:buClr>
                <a:srgbClr val="C00000"/>
              </a:buCl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lgn="l">
              <a:defRPr sz="800">
                <a:solidFill>
                  <a:schemeClr val="tx1">
                    <a:lumMod val="75000"/>
                    <a:lumOff val="25000"/>
                  </a:schemeClr>
                </a:solidFill>
              </a:defRPr>
            </a:lvl1pPr>
          </a:lstStyle>
          <a:p>
            <a:endParaRPr lang="en-US" dirty="0"/>
          </a:p>
        </p:txBody>
      </p:sp>
      <p:sp>
        <p:nvSpPr>
          <p:cNvPr id="5" name="Footer Placeholder 4"/>
          <p:cNvSpPr>
            <a:spLocks noGrp="1"/>
          </p:cNvSpPr>
          <p:nvPr>
            <p:ph type="ftr" sz="quarter" idx="11"/>
          </p:nvPr>
        </p:nvSpPr>
        <p:spPr/>
        <p:txBody>
          <a:bodyPr/>
          <a:lstStyle>
            <a:lvl1pPr>
              <a:defRPr sz="800">
                <a:solidFill>
                  <a:schemeClr val="tx1">
                    <a:lumMod val="75000"/>
                    <a:lumOff val="25000"/>
                  </a:schemeClr>
                </a:solidFill>
              </a:defRPr>
            </a:lvl1pPr>
          </a:lstStyle>
          <a:p>
            <a:r>
              <a:rPr lang="en-US" dirty="0"/>
              <a:t>Discussion Document - Confidential – Not for Distribution</a:t>
            </a:r>
          </a:p>
        </p:txBody>
      </p:sp>
      <p:sp>
        <p:nvSpPr>
          <p:cNvPr id="6" name="Slide Number Placeholder 5"/>
          <p:cNvSpPr>
            <a:spLocks noGrp="1"/>
          </p:cNvSpPr>
          <p:nvPr>
            <p:ph type="sldNum" sz="quarter" idx="12"/>
          </p:nvPr>
        </p:nvSpPr>
        <p:spPr/>
        <p:txBody>
          <a:bodyPr/>
          <a:lstStyle>
            <a:lvl1pPr>
              <a:defRPr sz="800">
                <a:solidFill>
                  <a:schemeClr val="tx1">
                    <a:lumMod val="75000"/>
                    <a:lumOff val="25000"/>
                  </a:schemeClr>
                </a:solidFill>
              </a:defRPr>
            </a:lvl1pPr>
          </a:lstStyle>
          <a:p>
            <a:fld id="{3B15A6B3-2ED0-4305-B615-970F20C181DE}" type="datetime1">
              <a:rPr lang="en-US" smtClean="0"/>
              <a:pPr/>
              <a:t>2/28/18</a:t>
            </a:fld>
            <a:r>
              <a:rPr lang="en-US" dirty="0"/>
              <a:t>  - Page</a:t>
            </a:r>
            <a:fld id="{0E394E3E-819E-4067-BE3E-D7D3854741F1}" type="slidenum">
              <a:rPr lang="en-US" smtClean="0"/>
              <a:pPr/>
              <a:t>‹#›</a:t>
            </a:fld>
            <a:endParaRPr lang="en-US" dirty="0"/>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2300" y="6345697"/>
            <a:ext cx="781050" cy="380680"/>
          </a:xfrm>
          <a:prstGeom prst="rect">
            <a:avLst/>
          </a:prstGeom>
        </p:spPr>
      </p:pic>
    </p:spTree>
    <p:extLst>
      <p:ext uri="{BB962C8B-B14F-4D97-AF65-F5344CB8AC3E}">
        <p14:creationId xmlns:p14="http://schemas.microsoft.com/office/powerpoint/2010/main" val="240853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FF8FD44-4DAC-4A51-8815-50489D42F6B0}" type="datetime1">
              <a:rPr lang="en-US" smtClean="0"/>
              <a:t>2/28/18</a:t>
            </a:fld>
            <a:endParaRPr lang="en-US" dirty="0"/>
          </a:p>
        </p:txBody>
      </p:sp>
      <p:sp>
        <p:nvSpPr>
          <p:cNvPr id="5" name="Footer Placeholder 4"/>
          <p:cNvSpPr>
            <a:spLocks noGrp="1"/>
          </p:cNvSpPr>
          <p:nvPr>
            <p:ph type="ftr" sz="quarter" idx="11"/>
          </p:nvPr>
        </p:nvSpPr>
        <p:spPr/>
        <p:txBody>
          <a:bodyPr/>
          <a:lstStyle/>
          <a:p>
            <a:r>
              <a:rPr lang="en-US" dirty="0"/>
              <a:t>Discussion Document - Confidential – Not for Distribution</a:t>
            </a:r>
          </a:p>
        </p:txBody>
      </p:sp>
      <p:sp>
        <p:nvSpPr>
          <p:cNvPr id="6" name="Slide Number Placeholder 5"/>
          <p:cNvSpPr>
            <a:spLocks noGrp="1"/>
          </p:cNvSpPr>
          <p:nvPr>
            <p:ph type="sldNum" sz="quarter" idx="12"/>
          </p:nvPr>
        </p:nvSpPr>
        <p:spPr/>
        <p:txBody>
          <a:bodyPr/>
          <a:lstStyle/>
          <a:p>
            <a:fld id="{0E394E3E-819E-4067-BE3E-D7D3854741F1}" type="slidenum">
              <a:rPr lang="en-US" smtClean="0"/>
              <a:t>‹#›</a:t>
            </a:fld>
            <a:endParaRPr lang="en-US" dirty="0"/>
          </a:p>
        </p:txBody>
      </p:sp>
    </p:spTree>
    <p:extLst>
      <p:ext uri="{BB962C8B-B14F-4D97-AF65-F5344CB8AC3E}">
        <p14:creationId xmlns:p14="http://schemas.microsoft.com/office/powerpoint/2010/main" val="3731500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4584B12-C033-4FC2-A99E-1EA2769F47C6}" type="datetime1">
              <a:rPr lang="en-US" smtClean="0"/>
              <a:t>2/28/18</a:t>
            </a:fld>
            <a:endParaRPr lang="en-US" dirty="0"/>
          </a:p>
        </p:txBody>
      </p:sp>
      <p:sp>
        <p:nvSpPr>
          <p:cNvPr id="6" name="Footer Placeholder 5"/>
          <p:cNvSpPr>
            <a:spLocks noGrp="1"/>
          </p:cNvSpPr>
          <p:nvPr>
            <p:ph type="ftr" sz="quarter" idx="11"/>
          </p:nvPr>
        </p:nvSpPr>
        <p:spPr/>
        <p:txBody>
          <a:bodyPr/>
          <a:lstStyle/>
          <a:p>
            <a:r>
              <a:rPr lang="en-US" dirty="0"/>
              <a:t>Discussion Document - Confidential – Not for Distribution</a:t>
            </a:r>
          </a:p>
        </p:txBody>
      </p:sp>
      <p:sp>
        <p:nvSpPr>
          <p:cNvPr id="7" name="Slide Number Placeholder 6"/>
          <p:cNvSpPr>
            <a:spLocks noGrp="1"/>
          </p:cNvSpPr>
          <p:nvPr>
            <p:ph type="sldNum" sz="quarter" idx="12"/>
          </p:nvPr>
        </p:nvSpPr>
        <p:spPr/>
        <p:txBody>
          <a:bodyPr/>
          <a:lstStyle/>
          <a:p>
            <a:fld id="{0E394E3E-819E-4067-BE3E-D7D3854741F1}" type="slidenum">
              <a:rPr lang="en-US" smtClean="0"/>
              <a:t>‹#›</a:t>
            </a:fld>
            <a:endParaRPr lang="en-US" dirty="0"/>
          </a:p>
        </p:txBody>
      </p:sp>
    </p:spTree>
    <p:extLst>
      <p:ext uri="{BB962C8B-B14F-4D97-AF65-F5344CB8AC3E}">
        <p14:creationId xmlns:p14="http://schemas.microsoft.com/office/powerpoint/2010/main" val="3874768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C3F737-6186-44B4-A568-3020669BADB5}" type="datetime1">
              <a:rPr lang="en-US" smtClean="0"/>
              <a:t>2/28/18</a:t>
            </a:fld>
            <a:endParaRPr lang="en-US" dirty="0"/>
          </a:p>
        </p:txBody>
      </p:sp>
      <p:sp>
        <p:nvSpPr>
          <p:cNvPr id="8" name="Footer Placeholder 7"/>
          <p:cNvSpPr>
            <a:spLocks noGrp="1"/>
          </p:cNvSpPr>
          <p:nvPr>
            <p:ph type="ftr" sz="quarter" idx="11"/>
          </p:nvPr>
        </p:nvSpPr>
        <p:spPr/>
        <p:txBody>
          <a:bodyPr/>
          <a:lstStyle/>
          <a:p>
            <a:r>
              <a:rPr lang="en-US" dirty="0"/>
              <a:t>Discussion Document - Confidential – Not for Distribution</a:t>
            </a:r>
          </a:p>
        </p:txBody>
      </p:sp>
      <p:sp>
        <p:nvSpPr>
          <p:cNvPr id="9" name="Slide Number Placeholder 8"/>
          <p:cNvSpPr>
            <a:spLocks noGrp="1"/>
          </p:cNvSpPr>
          <p:nvPr>
            <p:ph type="sldNum" sz="quarter" idx="12"/>
          </p:nvPr>
        </p:nvSpPr>
        <p:spPr/>
        <p:txBody>
          <a:bodyPr/>
          <a:lstStyle/>
          <a:p>
            <a:fld id="{0E394E3E-819E-4067-BE3E-D7D3854741F1}" type="slidenum">
              <a:rPr lang="en-US" smtClean="0"/>
              <a:t>‹#›</a:t>
            </a:fld>
            <a:endParaRPr lang="en-US" dirty="0"/>
          </a:p>
        </p:txBody>
      </p:sp>
    </p:spTree>
    <p:extLst>
      <p:ext uri="{BB962C8B-B14F-4D97-AF65-F5344CB8AC3E}">
        <p14:creationId xmlns:p14="http://schemas.microsoft.com/office/powerpoint/2010/main" val="4053437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AB9AF2-498E-4FF6-AC72-69ACBCCA4E36}" type="datetime1">
              <a:rPr lang="en-US" smtClean="0"/>
              <a:t>2/28/18</a:t>
            </a:fld>
            <a:endParaRPr lang="en-US" dirty="0"/>
          </a:p>
        </p:txBody>
      </p:sp>
      <p:sp>
        <p:nvSpPr>
          <p:cNvPr id="4" name="Footer Placeholder 3"/>
          <p:cNvSpPr>
            <a:spLocks noGrp="1"/>
          </p:cNvSpPr>
          <p:nvPr>
            <p:ph type="ftr" sz="quarter" idx="11"/>
          </p:nvPr>
        </p:nvSpPr>
        <p:spPr/>
        <p:txBody>
          <a:bodyPr/>
          <a:lstStyle/>
          <a:p>
            <a:r>
              <a:rPr lang="en-US" dirty="0"/>
              <a:t>Discussion Document - Confidential – Not for Distribution</a:t>
            </a:r>
          </a:p>
        </p:txBody>
      </p:sp>
      <p:sp>
        <p:nvSpPr>
          <p:cNvPr id="5" name="Slide Number Placeholder 4"/>
          <p:cNvSpPr>
            <a:spLocks noGrp="1"/>
          </p:cNvSpPr>
          <p:nvPr>
            <p:ph type="sldNum" sz="quarter" idx="12"/>
          </p:nvPr>
        </p:nvSpPr>
        <p:spPr/>
        <p:txBody>
          <a:bodyPr/>
          <a:lstStyle/>
          <a:p>
            <a:fld id="{0E394E3E-819E-4067-BE3E-D7D3854741F1}" type="slidenum">
              <a:rPr lang="en-US" smtClean="0"/>
              <a:t>‹#›</a:t>
            </a:fld>
            <a:endParaRPr lang="en-US" dirty="0"/>
          </a:p>
        </p:txBody>
      </p:sp>
    </p:spTree>
    <p:extLst>
      <p:ext uri="{BB962C8B-B14F-4D97-AF65-F5344CB8AC3E}">
        <p14:creationId xmlns:p14="http://schemas.microsoft.com/office/powerpoint/2010/main" val="3934827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76E36C-9994-4792-ACA8-F44C82B03BA6}" type="datetime1">
              <a:rPr lang="en-US" smtClean="0"/>
              <a:t>2/28/18</a:t>
            </a:fld>
            <a:endParaRPr lang="en-US" dirty="0"/>
          </a:p>
        </p:txBody>
      </p:sp>
      <p:sp>
        <p:nvSpPr>
          <p:cNvPr id="3" name="Footer Placeholder 2"/>
          <p:cNvSpPr>
            <a:spLocks noGrp="1"/>
          </p:cNvSpPr>
          <p:nvPr>
            <p:ph type="ftr" sz="quarter" idx="11"/>
          </p:nvPr>
        </p:nvSpPr>
        <p:spPr/>
        <p:txBody>
          <a:bodyPr/>
          <a:lstStyle/>
          <a:p>
            <a:r>
              <a:rPr lang="en-US" dirty="0"/>
              <a:t>Discussion Document - Confidential – Not for Distribution</a:t>
            </a:r>
          </a:p>
        </p:txBody>
      </p:sp>
      <p:sp>
        <p:nvSpPr>
          <p:cNvPr id="4" name="Slide Number Placeholder 3"/>
          <p:cNvSpPr>
            <a:spLocks noGrp="1"/>
          </p:cNvSpPr>
          <p:nvPr>
            <p:ph type="sldNum" sz="quarter" idx="12"/>
          </p:nvPr>
        </p:nvSpPr>
        <p:spPr/>
        <p:txBody>
          <a:bodyPr/>
          <a:lstStyle/>
          <a:p>
            <a:fld id="{0E394E3E-819E-4067-BE3E-D7D3854741F1}" type="slidenum">
              <a:rPr lang="en-US" smtClean="0"/>
              <a:t>‹#›</a:t>
            </a:fld>
            <a:endParaRPr lang="en-US" dirty="0"/>
          </a:p>
        </p:txBody>
      </p:sp>
    </p:spTree>
    <p:extLst>
      <p:ext uri="{BB962C8B-B14F-4D97-AF65-F5344CB8AC3E}">
        <p14:creationId xmlns:p14="http://schemas.microsoft.com/office/powerpoint/2010/main" val="3468773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E291D94-851E-43DA-98C0-7322E3B3B897}" type="datetime1">
              <a:rPr lang="en-US" smtClean="0"/>
              <a:t>2/28/18</a:t>
            </a:fld>
            <a:endParaRPr lang="en-US" dirty="0"/>
          </a:p>
        </p:txBody>
      </p:sp>
      <p:sp>
        <p:nvSpPr>
          <p:cNvPr id="6" name="Footer Placeholder 5"/>
          <p:cNvSpPr>
            <a:spLocks noGrp="1"/>
          </p:cNvSpPr>
          <p:nvPr>
            <p:ph type="ftr" sz="quarter" idx="11"/>
          </p:nvPr>
        </p:nvSpPr>
        <p:spPr/>
        <p:txBody>
          <a:bodyPr/>
          <a:lstStyle/>
          <a:p>
            <a:r>
              <a:rPr lang="en-US" dirty="0"/>
              <a:t>Discussion Document - Confidential – Not for Distribution</a:t>
            </a:r>
          </a:p>
        </p:txBody>
      </p:sp>
      <p:sp>
        <p:nvSpPr>
          <p:cNvPr id="7" name="Slide Number Placeholder 6"/>
          <p:cNvSpPr>
            <a:spLocks noGrp="1"/>
          </p:cNvSpPr>
          <p:nvPr>
            <p:ph type="sldNum" sz="quarter" idx="12"/>
          </p:nvPr>
        </p:nvSpPr>
        <p:spPr/>
        <p:txBody>
          <a:bodyPr/>
          <a:lstStyle/>
          <a:p>
            <a:fld id="{0E394E3E-819E-4067-BE3E-D7D3854741F1}" type="slidenum">
              <a:rPr lang="en-US" smtClean="0"/>
              <a:t>‹#›</a:t>
            </a:fld>
            <a:endParaRPr lang="en-US" dirty="0"/>
          </a:p>
        </p:txBody>
      </p:sp>
    </p:spTree>
    <p:extLst>
      <p:ext uri="{BB962C8B-B14F-4D97-AF65-F5344CB8AC3E}">
        <p14:creationId xmlns:p14="http://schemas.microsoft.com/office/powerpoint/2010/main" val="2616554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8D4F0A2-0227-4655-9DA0-E162DD5340FB}" type="datetime1">
              <a:rPr lang="en-US" smtClean="0"/>
              <a:t>2/28/18</a:t>
            </a:fld>
            <a:endParaRPr lang="en-US" dirty="0"/>
          </a:p>
        </p:txBody>
      </p:sp>
      <p:sp>
        <p:nvSpPr>
          <p:cNvPr id="6" name="Footer Placeholder 5"/>
          <p:cNvSpPr>
            <a:spLocks noGrp="1"/>
          </p:cNvSpPr>
          <p:nvPr>
            <p:ph type="ftr" sz="quarter" idx="11"/>
          </p:nvPr>
        </p:nvSpPr>
        <p:spPr/>
        <p:txBody>
          <a:bodyPr/>
          <a:lstStyle/>
          <a:p>
            <a:r>
              <a:rPr lang="en-US" dirty="0"/>
              <a:t>Discussion Document - Confidential – Not for Distribution</a:t>
            </a:r>
          </a:p>
        </p:txBody>
      </p:sp>
      <p:sp>
        <p:nvSpPr>
          <p:cNvPr id="7" name="Slide Number Placeholder 6"/>
          <p:cNvSpPr>
            <a:spLocks noGrp="1"/>
          </p:cNvSpPr>
          <p:nvPr>
            <p:ph type="sldNum" sz="quarter" idx="12"/>
          </p:nvPr>
        </p:nvSpPr>
        <p:spPr/>
        <p:txBody>
          <a:bodyPr/>
          <a:lstStyle/>
          <a:p>
            <a:fld id="{0E394E3E-819E-4067-BE3E-D7D3854741F1}" type="slidenum">
              <a:rPr lang="en-US" smtClean="0"/>
              <a:t>‹#›</a:t>
            </a:fld>
            <a:endParaRPr lang="en-US" dirty="0"/>
          </a:p>
        </p:txBody>
      </p:sp>
    </p:spTree>
    <p:extLst>
      <p:ext uri="{BB962C8B-B14F-4D97-AF65-F5344CB8AC3E}">
        <p14:creationId xmlns:p14="http://schemas.microsoft.com/office/powerpoint/2010/main" val="3788724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4DA901-DDFE-4522-994B-BCC69888C990}" type="datetime1">
              <a:rPr lang="en-US" smtClean="0"/>
              <a:t>2/28/18</a:t>
            </a:fld>
            <a:endParaRPr lang="en-US" dirty="0"/>
          </a:p>
        </p:txBody>
      </p:sp>
      <p:sp>
        <p:nvSpPr>
          <p:cNvPr id="5" name="Footer Placeholder 4"/>
          <p:cNvSpPr>
            <a:spLocks noGrp="1"/>
          </p:cNvSpPr>
          <p:nvPr>
            <p:ph type="ftr" sz="quarter" idx="11"/>
          </p:nvPr>
        </p:nvSpPr>
        <p:spPr/>
        <p:txBody>
          <a:bodyPr/>
          <a:lstStyle/>
          <a:p>
            <a:r>
              <a:rPr lang="en-US" dirty="0"/>
              <a:t>Discussion Document - Confidential – Not for Distribution</a:t>
            </a:r>
          </a:p>
        </p:txBody>
      </p:sp>
      <p:sp>
        <p:nvSpPr>
          <p:cNvPr id="6" name="Slide Number Placeholder 5"/>
          <p:cNvSpPr>
            <a:spLocks noGrp="1"/>
          </p:cNvSpPr>
          <p:nvPr>
            <p:ph type="sldNum" sz="quarter" idx="12"/>
          </p:nvPr>
        </p:nvSpPr>
        <p:spPr/>
        <p:txBody>
          <a:bodyPr/>
          <a:lstStyle/>
          <a:p>
            <a:fld id="{0E394E3E-819E-4067-BE3E-D7D3854741F1}" type="slidenum">
              <a:rPr lang="en-US" smtClean="0"/>
              <a:t>‹#›</a:t>
            </a:fld>
            <a:endParaRPr lang="en-US" dirty="0"/>
          </a:p>
        </p:txBody>
      </p:sp>
    </p:spTree>
    <p:extLst>
      <p:ext uri="{BB962C8B-B14F-4D97-AF65-F5344CB8AC3E}">
        <p14:creationId xmlns:p14="http://schemas.microsoft.com/office/powerpoint/2010/main" val="4169941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15926-E28B-4E92-96FE-74E6EA064B74}" type="datetime1">
              <a:rPr lang="en-US" smtClean="0"/>
              <a:t>2/28/18</a:t>
            </a:fld>
            <a:endParaRPr lang="en-US" dirty="0"/>
          </a:p>
        </p:txBody>
      </p:sp>
      <p:sp>
        <p:nvSpPr>
          <p:cNvPr id="5" name="Footer Placeholder 4"/>
          <p:cNvSpPr>
            <a:spLocks noGrp="1"/>
          </p:cNvSpPr>
          <p:nvPr>
            <p:ph type="ftr" sz="quarter" idx="11"/>
          </p:nvPr>
        </p:nvSpPr>
        <p:spPr/>
        <p:txBody>
          <a:bodyPr/>
          <a:lstStyle/>
          <a:p>
            <a:r>
              <a:rPr lang="en-US" dirty="0"/>
              <a:t>Discussion Document - Confidential – Not for Distribution</a:t>
            </a:r>
          </a:p>
        </p:txBody>
      </p:sp>
      <p:sp>
        <p:nvSpPr>
          <p:cNvPr id="6" name="Slide Number Placeholder 5"/>
          <p:cNvSpPr>
            <a:spLocks noGrp="1"/>
          </p:cNvSpPr>
          <p:nvPr>
            <p:ph type="sldNum" sz="quarter" idx="12"/>
          </p:nvPr>
        </p:nvSpPr>
        <p:spPr/>
        <p:txBody>
          <a:bodyPr/>
          <a:lstStyle/>
          <a:p>
            <a:fld id="{0E394E3E-819E-4067-BE3E-D7D3854741F1}" type="slidenum">
              <a:rPr lang="en-US" smtClean="0"/>
              <a:t>‹#›</a:t>
            </a:fld>
            <a:endParaRPr lang="en-US" dirty="0"/>
          </a:p>
        </p:txBody>
      </p:sp>
    </p:spTree>
    <p:extLst>
      <p:ext uri="{BB962C8B-B14F-4D97-AF65-F5344CB8AC3E}">
        <p14:creationId xmlns:p14="http://schemas.microsoft.com/office/powerpoint/2010/main" val="2383596573"/>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7"/>
            <a:ext cx="7886700" cy="653352"/>
          </a:xfrm>
          <a:prstGeom prst="rect">
            <a:avLst/>
          </a:prstGeom>
        </p:spPr>
        <p:txBody>
          <a:bodyPr vert="horz" lIns="91440" tIns="45720" rIns="91440" bIns="45720" rtlCol="0" anchor="ctr">
            <a:normAutofit/>
          </a:bodyPr>
          <a:lstStyle/>
          <a:p>
            <a:r>
              <a:rPr lang="en-US" dirty="0"/>
              <a:t>Start Up Contest</a:t>
            </a:r>
            <a:br>
              <a:rPr lang="en-US" dirty="0"/>
            </a:br>
            <a:r>
              <a:rPr lang="en-US" dirty="0"/>
              <a:t>Pre-board Meeting preparation</a:t>
            </a:r>
          </a:p>
        </p:txBody>
      </p:sp>
      <p:sp>
        <p:nvSpPr>
          <p:cNvPr id="3" name="Text Placeholder 2"/>
          <p:cNvSpPr>
            <a:spLocks noGrp="1"/>
          </p:cNvSpPr>
          <p:nvPr>
            <p:ph type="body" idx="1"/>
          </p:nvPr>
        </p:nvSpPr>
        <p:spPr>
          <a:xfrm>
            <a:off x="628650" y="1144859"/>
            <a:ext cx="7886700" cy="5032104"/>
          </a:xfrm>
          <a:prstGeom prst="rect">
            <a:avLst/>
          </a:prstGeom>
        </p:spPr>
        <p:txBody>
          <a:bodyPr vert="horz" lIns="91440" tIns="45720" rIns="91440" bIns="45720" rtlCol="0">
            <a:normAutofit/>
          </a:bodyPr>
          <a:lstStyle/>
          <a:p>
            <a:pPr lvl="0"/>
            <a:r>
              <a:rPr lang="en-US" dirty="0"/>
              <a:t>Proposed Agenda - Today’s Goal:</a:t>
            </a:r>
          </a:p>
          <a:p>
            <a:pPr lvl="1"/>
            <a:r>
              <a:rPr lang="en-US" dirty="0"/>
              <a:t>Focus on selecting a good framework for decision</a:t>
            </a:r>
          </a:p>
          <a:p>
            <a:pPr lvl="1"/>
            <a:r>
              <a:rPr lang="en-US" dirty="0"/>
              <a:t>What good looks like - We walk away being in sync with:</a:t>
            </a:r>
          </a:p>
          <a:p>
            <a:pPr lvl="1"/>
            <a:r>
              <a:rPr lang="en-US" dirty="0"/>
              <a:t>An overall approach</a:t>
            </a:r>
          </a:p>
          <a:p>
            <a:pPr lvl="1"/>
            <a:r>
              <a:rPr lang="en-US" dirty="0"/>
              <a:t>A good set of criteria</a:t>
            </a:r>
          </a:p>
          <a:p>
            <a:pPr lvl="1"/>
            <a:r>
              <a:rPr lang="en-US" dirty="0"/>
              <a:t>A good way to assign weight to criteria (maybe)</a:t>
            </a:r>
          </a:p>
          <a:p>
            <a:pPr lvl="1"/>
            <a:r>
              <a:rPr lang="en-US" dirty="0"/>
              <a:t>Some high level feel for how the candidate rate (NOT THE OBJECTIVE THOUGH)</a:t>
            </a:r>
          </a:p>
          <a:p>
            <a:pPr lvl="1"/>
            <a:r>
              <a:rPr lang="en-US" dirty="0"/>
              <a:t>What to do next</a:t>
            </a:r>
          </a:p>
          <a:p>
            <a:pPr lvl="0"/>
            <a:r>
              <a:rPr lang="en-US" dirty="0"/>
              <a:t>Methodology / Approach Description</a:t>
            </a:r>
          </a:p>
          <a:p>
            <a:pPr lvl="0"/>
            <a:r>
              <a:rPr lang="en-US" dirty="0"/>
              <a:t>Proposed Criteria / Discussion</a:t>
            </a:r>
          </a:p>
          <a:p>
            <a:pPr lvl="0"/>
            <a:r>
              <a:rPr lang="en-US" dirty="0"/>
              <a:t>Proposed Weight </a:t>
            </a:r>
          </a:p>
          <a:p>
            <a:pPr lvl="0"/>
            <a:r>
              <a:rPr lang="en-US" dirty="0"/>
              <a:t>Preliminary Ratings</a:t>
            </a:r>
          </a:p>
          <a:p>
            <a:pPr lvl="0"/>
            <a:r>
              <a:rPr lang="en-US" dirty="0"/>
              <a:t>Next Step Discussion</a:t>
            </a:r>
          </a:p>
          <a:p>
            <a:pPr lvl="0"/>
            <a:endParaRPr lang="en-US" dirty="0"/>
          </a:p>
          <a:p>
            <a:pPr lvl="2"/>
            <a:r>
              <a:rPr lang="en-US" dirty="0"/>
              <a:t>Need focus and structured discussion to cover agenda </a:t>
            </a:r>
            <a:br>
              <a:rPr lang="en-US" dirty="0"/>
            </a:br>
            <a:r>
              <a:rPr lang="en-US" dirty="0"/>
              <a:t>and prepare next board meeting</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1B11E3-88E2-4C78-8F5C-5AF5ADEB06B9}" type="datetime1">
              <a:rPr lang="en-US" smtClean="0"/>
              <a:t>2/28/18</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Discussion Document - Confidential – Not for Distribution</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394E3E-819E-4067-BE3E-D7D3854741F1}" type="slidenum">
              <a:rPr lang="en-US" smtClean="0"/>
              <a:t>‹#›</a:t>
            </a:fld>
            <a:endParaRPr lang="en-US" dirty="0"/>
          </a:p>
        </p:txBody>
      </p:sp>
    </p:spTree>
    <p:extLst>
      <p:ext uri="{BB962C8B-B14F-4D97-AF65-F5344CB8AC3E}">
        <p14:creationId xmlns:p14="http://schemas.microsoft.com/office/powerpoint/2010/main" val="3288678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2000" b="1" i="1" kern="1200">
          <a:solidFill>
            <a:schemeClr val="tx1"/>
          </a:solidFill>
          <a:latin typeface="+mj-lt"/>
          <a:ea typeface="+mj-ea"/>
          <a:cs typeface="+mj-cs"/>
        </a:defRPr>
      </a:lvl1pPr>
    </p:titleStyle>
    <p:bodyStyle>
      <a:lvl1pPr marL="285750" indent="-28575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1600" kern="1200">
          <a:solidFill>
            <a:schemeClr val="tx1"/>
          </a:solidFill>
          <a:latin typeface="+mn-lt"/>
          <a:ea typeface="+mn-ea"/>
          <a:cs typeface="+mn-cs"/>
        </a:defRPr>
      </a:lvl2pPr>
      <a:lvl3pPr marL="0" indent="0" algn="ctr" defTabSz="914400" rtl="0" eaLnBrk="1" latinLnBrk="0" hangingPunct="1">
        <a:lnSpc>
          <a:spcPct val="90000"/>
        </a:lnSpc>
        <a:spcBef>
          <a:spcPts val="500"/>
        </a:spcBef>
        <a:buFont typeface="Arial" panose="020B0604020202020204" pitchFamily="34" charset="0"/>
        <a:buNone/>
        <a:defRPr sz="1800" b="1" kern="1200">
          <a:solidFill>
            <a:srgbClr val="FF00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1" Type="http://schemas.openxmlformats.org/officeDocument/2006/relationships/slideLayout" Target="../slideLayouts/slideLayout2.xml"/><Relationship Id="rId2"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 Id="rId1" Type="http://schemas.openxmlformats.org/officeDocument/2006/relationships/slideLayout" Target="../slideLayouts/slideLayout2.xml"/><Relationship Id="rId2" Type="http://schemas.openxmlformats.org/officeDocument/2006/relationships/diagramData" Target="../diagrams/data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4.xml"/><Relationship Id="rId4" Type="http://schemas.openxmlformats.org/officeDocument/2006/relationships/diagramQuickStyle" Target="../diagrams/quickStyle4.xml"/><Relationship Id="rId5" Type="http://schemas.openxmlformats.org/officeDocument/2006/relationships/diagramColors" Target="../diagrams/colors4.xml"/><Relationship Id="rId6" Type="http://schemas.microsoft.com/office/2007/relationships/diagramDrawing" Target="../diagrams/drawing4.xml"/><Relationship Id="rId1" Type="http://schemas.openxmlformats.org/officeDocument/2006/relationships/slideLayout" Target="../slideLayouts/slideLayout2.xml"/><Relationship Id="rId2" Type="http://schemas.openxmlformats.org/officeDocument/2006/relationships/diagramData" Target="../diagrams/data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5.xml"/><Relationship Id="rId4" Type="http://schemas.openxmlformats.org/officeDocument/2006/relationships/diagramQuickStyle" Target="../diagrams/quickStyle5.xml"/><Relationship Id="rId5" Type="http://schemas.openxmlformats.org/officeDocument/2006/relationships/diagramColors" Target="../diagrams/colors5.xml"/><Relationship Id="rId6" Type="http://schemas.microsoft.com/office/2007/relationships/diagramDrawing" Target="../diagrams/drawing5.xml"/><Relationship Id="rId1" Type="http://schemas.openxmlformats.org/officeDocument/2006/relationships/slideLayout" Target="../slideLayouts/slideLayout2.xml"/><Relationship Id="rId2" Type="http://schemas.openxmlformats.org/officeDocument/2006/relationships/diagramData" Target="../diagrams/data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6.xml"/><Relationship Id="rId4" Type="http://schemas.openxmlformats.org/officeDocument/2006/relationships/diagramQuickStyle" Target="../diagrams/quickStyle6.xml"/><Relationship Id="rId5" Type="http://schemas.openxmlformats.org/officeDocument/2006/relationships/diagramColors" Target="../diagrams/colors6.xml"/><Relationship Id="rId6" Type="http://schemas.microsoft.com/office/2007/relationships/diagramDrawing" Target="../diagrams/drawing6.xml"/><Relationship Id="rId1" Type="http://schemas.openxmlformats.org/officeDocument/2006/relationships/slideLayout" Target="../slideLayouts/slideLayout2.xml"/><Relationship Id="rId2" Type="http://schemas.openxmlformats.org/officeDocument/2006/relationships/diagramData" Target="../diagrams/data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7.xml"/><Relationship Id="rId4" Type="http://schemas.openxmlformats.org/officeDocument/2006/relationships/diagramQuickStyle" Target="../diagrams/quickStyle7.xml"/><Relationship Id="rId5" Type="http://schemas.openxmlformats.org/officeDocument/2006/relationships/diagramColors" Target="../diagrams/colors7.xml"/><Relationship Id="rId6" Type="http://schemas.microsoft.com/office/2007/relationships/diagramDrawing" Target="../diagrams/drawing7.xml"/><Relationship Id="rId1" Type="http://schemas.openxmlformats.org/officeDocument/2006/relationships/slideLayout" Target="../slideLayouts/slideLayout2.xml"/><Relationship Id="rId2" Type="http://schemas.openxmlformats.org/officeDocument/2006/relationships/diagramData" Target="../diagrams/data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8.xml"/><Relationship Id="rId4" Type="http://schemas.openxmlformats.org/officeDocument/2006/relationships/diagramQuickStyle" Target="../diagrams/quickStyle8.xml"/><Relationship Id="rId5" Type="http://schemas.openxmlformats.org/officeDocument/2006/relationships/diagramColors" Target="../diagrams/colors8.xml"/><Relationship Id="rId6" Type="http://schemas.microsoft.com/office/2007/relationships/diagramDrawing" Target="../diagrams/drawing8.xml"/><Relationship Id="rId1" Type="http://schemas.openxmlformats.org/officeDocument/2006/relationships/slideLayout" Target="../slideLayouts/slideLayout2.xml"/><Relationship Id="rId2" Type="http://schemas.openxmlformats.org/officeDocument/2006/relationships/diagramData" Target="../diagrams/data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B4DE346-9EFD-4B0B-8E05-A7FDEA9DC097}"/>
              </a:ext>
            </a:extLst>
          </p:cNvPr>
          <p:cNvSpPr>
            <a:spLocks noGrp="1"/>
          </p:cNvSpPr>
          <p:nvPr>
            <p:ph type="title"/>
          </p:nvPr>
        </p:nvSpPr>
        <p:spPr/>
        <p:txBody>
          <a:bodyPr/>
          <a:lstStyle/>
          <a:p>
            <a:r>
              <a:rPr lang="en-US" dirty="0"/>
              <a:t>Target State</a:t>
            </a:r>
          </a:p>
        </p:txBody>
      </p:sp>
      <p:sp>
        <p:nvSpPr>
          <p:cNvPr id="3" name="Content Placeholder 2">
            <a:extLst>
              <a:ext uri="{FF2B5EF4-FFF2-40B4-BE49-F238E27FC236}">
                <a16:creationId xmlns="" xmlns:a16="http://schemas.microsoft.com/office/drawing/2014/main" id="{FE9FA984-08E6-4722-BAFF-FFE85FBCCF1C}"/>
              </a:ext>
            </a:extLst>
          </p:cNvPr>
          <p:cNvSpPr>
            <a:spLocks noGrp="1"/>
          </p:cNvSpPr>
          <p:nvPr>
            <p:ph idx="1"/>
          </p:nvPr>
        </p:nvSpPr>
        <p:spPr>
          <a:xfrm>
            <a:off x="2056466" y="923117"/>
            <a:ext cx="6083348" cy="1802546"/>
          </a:xfrm>
        </p:spPr>
        <p:txBody>
          <a:bodyPr>
            <a:noAutofit/>
          </a:bodyPr>
          <a:lstStyle/>
          <a:p>
            <a:pPr marL="0" indent="0">
              <a:spcBef>
                <a:spcPts val="300"/>
              </a:spcBef>
              <a:buNone/>
            </a:pPr>
            <a:r>
              <a:rPr lang="en-US" sz="800" b="1" dirty="0"/>
              <a:t>Head of Technology </a:t>
            </a:r>
            <a:r>
              <a:rPr lang="en-US" sz="800" dirty="0"/>
              <a:t>(typically CIO, working name: CTO)</a:t>
            </a:r>
          </a:p>
          <a:p>
            <a:pPr marL="0" indent="0">
              <a:spcBef>
                <a:spcPts val="300"/>
              </a:spcBef>
              <a:buNone/>
            </a:pPr>
            <a:r>
              <a:rPr lang="en-US" sz="800" b="1" dirty="0"/>
              <a:t>Role</a:t>
            </a:r>
            <a:r>
              <a:rPr lang="en-US" sz="800" dirty="0"/>
              <a:t>: Scales and Manages the Technology Supporting CMK business</a:t>
            </a:r>
          </a:p>
          <a:p>
            <a:pPr marL="0" indent="0">
              <a:spcBef>
                <a:spcPts val="300"/>
              </a:spcBef>
              <a:buNone/>
            </a:pPr>
            <a:r>
              <a:rPr lang="en-US" sz="800" b="1" dirty="0"/>
              <a:t>Responsibilities</a:t>
            </a:r>
            <a:r>
              <a:rPr lang="en-US" sz="800" dirty="0"/>
              <a:t> - Help define and affect CMK overall business by </a:t>
            </a:r>
          </a:p>
          <a:p>
            <a:pPr marL="112713" indent="-112713">
              <a:spcBef>
                <a:spcPts val="300"/>
              </a:spcBef>
            </a:pPr>
            <a:r>
              <a:rPr lang="en-US" sz="800" dirty="0"/>
              <a:t>Making technology an differentiating enabler, i.e. implement an architecture that supports the product architecture </a:t>
            </a:r>
          </a:p>
          <a:p>
            <a:pPr marL="112713" indent="-112713">
              <a:spcBef>
                <a:spcPts val="300"/>
              </a:spcBef>
            </a:pPr>
            <a:r>
              <a:rPr lang="en-US" sz="800" dirty="0"/>
              <a:t>Leads and supervise portfolio of responsibilities at the next level (Architecture, Engineering, Production, Data Management, Product Management and Field Support)</a:t>
            </a:r>
          </a:p>
          <a:p>
            <a:pPr marL="112713" indent="-112713">
              <a:spcBef>
                <a:spcPts val="300"/>
              </a:spcBef>
            </a:pPr>
            <a:r>
              <a:rPr lang="en-US" sz="800" dirty="0"/>
              <a:t>Helping shaping CMK’s strategy, specifically the product architecture</a:t>
            </a:r>
          </a:p>
          <a:p>
            <a:pPr marL="112713" indent="-112713">
              <a:spcBef>
                <a:spcPts val="300"/>
              </a:spcBef>
            </a:pPr>
            <a:r>
              <a:rPr lang="en-US" sz="800" dirty="0"/>
              <a:t>Supporting Sales (SME) and Marketing </a:t>
            </a:r>
          </a:p>
          <a:p>
            <a:pPr marL="112713" indent="-112713">
              <a:spcBef>
                <a:spcPts val="300"/>
              </a:spcBef>
            </a:pPr>
            <a:r>
              <a:rPr lang="en-US" sz="800" dirty="0"/>
              <a:t>Acting  as a leader embodying CMK values and a thought leader internally and externally</a:t>
            </a:r>
          </a:p>
          <a:p>
            <a:pPr>
              <a:spcBef>
                <a:spcPts val="300"/>
              </a:spcBef>
            </a:pPr>
            <a:endParaRPr lang="en-US" sz="800" dirty="0"/>
          </a:p>
        </p:txBody>
      </p:sp>
      <p:sp>
        <p:nvSpPr>
          <p:cNvPr id="4" name="Date Placeholder 3">
            <a:extLst>
              <a:ext uri="{FF2B5EF4-FFF2-40B4-BE49-F238E27FC236}">
                <a16:creationId xmlns="" xmlns:a16="http://schemas.microsoft.com/office/drawing/2014/main" id="{77028893-B7AF-4A42-BD8E-82BEA68C0899}"/>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 xmlns:a16="http://schemas.microsoft.com/office/drawing/2014/main" id="{28AA8783-E9AA-4D3D-B5C7-A424D4AD51E0}"/>
              </a:ext>
            </a:extLst>
          </p:cNvPr>
          <p:cNvSpPr>
            <a:spLocks noGrp="1"/>
          </p:cNvSpPr>
          <p:nvPr>
            <p:ph type="ftr" sz="quarter" idx="11"/>
          </p:nvPr>
        </p:nvSpPr>
        <p:spPr/>
        <p:txBody>
          <a:bodyPr/>
          <a:lstStyle/>
          <a:p>
            <a:r>
              <a:rPr lang="en-US"/>
              <a:t>Discussion Document - Confidential – Not for Distribution</a:t>
            </a:r>
            <a:endParaRPr lang="en-US" dirty="0"/>
          </a:p>
        </p:txBody>
      </p:sp>
      <p:sp>
        <p:nvSpPr>
          <p:cNvPr id="6" name="Slide Number Placeholder 5">
            <a:extLst>
              <a:ext uri="{FF2B5EF4-FFF2-40B4-BE49-F238E27FC236}">
                <a16:creationId xmlns="" xmlns:a16="http://schemas.microsoft.com/office/drawing/2014/main" id="{65C06B63-E381-443F-85E9-F9817D878716}"/>
              </a:ext>
            </a:extLst>
          </p:cNvPr>
          <p:cNvSpPr>
            <a:spLocks noGrp="1"/>
          </p:cNvSpPr>
          <p:nvPr>
            <p:ph type="sldNum" sz="quarter" idx="12"/>
          </p:nvPr>
        </p:nvSpPr>
        <p:spPr/>
        <p:txBody>
          <a:bodyPr/>
          <a:lstStyle/>
          <a:p>
            <a:fld id="{3B15A6B3-2ED0-4305-B615-970F20C181DE}" type="datetime1">
              <a:rPr lang="en-US" smtClean="0"/>
              <a:pPr/>
              <a:t>2/28/18</a:t>
            </a:fld>
            <a:r>
              <a:rPr lang="en-US"/>
              <a:t>  - Page</a:t>
            </a:r>
            <a:fld id="{0E394E3E-819E-4067-BE3E-D7D3854741F1}" type="slidenum">
              <a:rPr lang="en-US" smtClean="0"/>
              <a:pPr/>
              <a:t>1</a:t>
            </a:fld>
            <a:endParaRPr lang="en-US" dirty="0"/>
          </a:p>
        </p:txBody>
      </p:sp>
      <p:graphicFrame>
        <p:nvGraphicFramePr>
          <p:cNvPr id="9" name="Diagram 8">
            <a:extLst>
              <a:ext uri="{FF2B5EF4-FFF2-40B4-BE49-F238E27FC236}">
                <a16:creationId xmlns="" xmlns:a16="http://schemas.microsoft.com/office/drawing/2014/main" id="{FD9694F7-759C-46D9-84AD-FAABE2737B82}"/>
              </a:ext>
            </a:extLst>
          </p:cNvPr>
          <p:cNvGraphicFramePr/>
          <p:nvPr>
            <p:extLst>
              <p:ext uri="{D42A27DB-BD31-4B8C-83A1-F6EECF244321}">
                <p14:modId xmlns:p14="http://schemas.microsoft.com/office/powerpoint/2010/main" val="715670415"/>
              </p:ext>
            </p:extLst>
          </p:nvPr>
        </p:nvGraphicFramePr>
        <p:xfrm>
          <a:off x="1126457" y="1979820"/>
          <a:ext cx="5828980" cy="36095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Content Placeholder 2">
            <a:extLst>
              <a:ext uri="{FF2B5EF4-FFF2-40B4-BE49-F238E27FC236}">
                <a16:creationId xmlns="" xmlns:a16="http://schemas.microsoft.com/office/drawing/2014/main" id="{D2B089E3-065B-46FE-9090-ABF04C21A372}"/>
              </a:ext>
            </a:extLst>
          </p:cNvPr>
          <p:cNvSpPr txBox="1">
            <a:spLocks/>
          </p:cNvSpPr>
          <p:nvPr/>
        </p:nvSpPr>
        <p:spPr>
          <a:xfrm>
            <a:off x="72766" y="2395274"/>
            <a:ext cx="3369975" cy="1355444"/>
          </a:xfrm>
          <a:prstGeom prst="rect">
            <a:avLst/>
          </a:prstGeom>
        </p:spPr>
        <p:txBody>
          <a:bodyPr vert="horz" lIns="91440" tIns="45720" rIns="91440" bIns="45720" rtlCol="0">
            <a:noAutofit/>
          </a:bodyPr>
          <a:lstStyle>
            <a:lvl1pPr indent="0" defTabSz="914400">
              <a:lnSpc>
                <a:spcPct val="90000"/>
              </a:lnSpc>
              <a:spcBef>
                <a:spcPts val="1000"/>
              </a:spcBef>
              <a:buClr>
                <a:srgbClr val="C00000"/>
              </a:buClr>
              <a:buFont typeface="Arial" panose="020B0604020202020204" pitchFamily="34" charset="0"/>
              <a:buNone/>
              <a:tabLst/>
              <a:defRPr/>
            </a:lvl1pPr>
            <a:lvl2pPr marL="577850" indent="-227013" defTabSz="914400">
              <a:lnSpc>
                <a:spcPct val="90000"/>
              </a:lnSpc>
              <a:spcBef>
                <a:spcPts val="500"/>
              </a:spcBef>
              <a:buClr>
                <a:srgbClr val="C00000"/>
              </a:buClr>
              <a:buFont typeface="Courier New" panose="02070309020205020404" pitchFamily="49" charset="0"/>
              <a:buChar char="o"/>
              <a:tabLst/>
              <a:defRPr sz="1600"/>
            </a:lvl2pPr>
            <a:lvl3pPr marL="917575" indent="-227013" defTabSz="914400">
              <a:lnSpc>
                <a:spcPct val="90000"/>
              </a:lnSpc>
              <a:spcBef>
                <a:spcPts val="500"/>
              </a:spcBef>
              <a:buClr>
                <a:srgbClr val="C00000"/>
              </a:buClr>
              <a:buFont typeface="Helvetica" charset="0"/>
              <a:buChar char="−"/>
              <a:tabLst/>
              <a:defRPr sz="1400" b="0"/>
            </a:lvl3pPr>
            <a:lvl4pPr marL="1600200" indent="-228600" defTabSz="914400">
              <a:lnSpc>
                <a:spcPct val="90000"/>
              </a:lnSpc>
              <a:spcBef>
                <a:spcPts val="500"/>
              </a:spcBef>
              <a:buClr>
                <a:srgbClr val="C00000"/>
              </a:buClr>
              <a:buFont typeface="Arial" panose="020B0604020202020204" pitchFamily="34" charset="0"/>
              <a:buChar char="•"/>
              <a:defRPr sz="1200"/>
            </a:lvl4pPr>
            <a:lvl5pPr indent="0" defTabSz="914400">
              <a:lnSpc>
                <a:spcPct val="90000"/>
              </a:lnSpc>
              <a:spcBef>
                <a:spcPts val="500"/>
              </a:spcBef>
              <a:buClr>
                <a:srgbClr val="C00000"/>
              </a:buClr>
              <a:buFont typeface="Arial" panose="020B0604020202020204" pitchFamily="34" charset="0"/>
              <a:buNone/>
              <a:defRPr sz="1200"/>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a:spcBef>
                <a:spcPts val="300"/>
              </a:spcBef>
            </a:pPr>
            <a:r>
              <a:rPr lang="en-US" sz="800" b="1" dirty="0"/>
              <a:t>Senior Leverage </a:t>
            </a:r>
            <a:r>
              <a:rPr lang="en-US" sz="800" dirty="0"/>
              <a:t>(typically COO, working name: Deputy CTO)</a:t>
            </a:r>
          </a:p>
          <a:p>
            <a:pPr>
              <a:spcBef>
                <a:spcPts val="300"/>
              </a:spcBef>
            </a:pPr>
            <a:r>
              <a:rPr lang="en-US" sz="800" b="1" dirty="0"/>
              <a:t>Role</a:t>
            </a:r>
            <a:r>
              <a:rPr lang="en-US" sz="800" dirty="0"/>
              <a:t>: Insure that the Technology Group operates at an excellent level</a:t>
            </a:r>
          </a:p>
          <a:p>
            <a:pPr marL="0" lvl="1" indent="0">
              <a:spcBef>
                <a:spcPts val="300"/>
              </a:spcBef>
              <a:buNone/>
            </a:pPr>
            <a:r>
              <a:rPr lang="en-US" sz="800" b="1" dirty="0"/>
              <a:t>Responsibilities</a:t>
            </a:r>
            <a:r>
              <a:rPr lang="en-US" sz="800" dirty="0"/>
              <a:t> - Operations</a:t>
            </a:r>
          </a:p>
          <a:p>
            <a:pPr marL="112713" lvl="3" indent="-112713">
              <a:spcBef>
                <a:spcPts val="300"/>
              </a:spcBef>
            </a:pPr>
            <a:r>
              <a:rPr lang="en-US" sz="800" dirty="0"/>
              <a:t>Execution monitoring / Quality Assurance</a:t>
            </a:r>
          </a:p>
          <a:p>
            <a:pPr marL="112713" lvl="3" indent="-112713">
              <a:spcBef>
                <a:spcPts val="300"/>
              </a:spcBef>
            </a:pPr>
            <a:r>
              <a:rPr lang="en-US" sz="800" dirty="0"/>
              <a:t>Thought partner to CIO</a:t>
            </a:r>
          </a:p>
          <a:p>
            <a:pPr marL="112713" lvl="3" indent="-112713">
              <a:spcBef>
                <a:spcPts val="300"/>
              </a:spcBef>
            </a:pPr>
            <a:r>
              <a:rPr lang="en-US" sz="800" dirty="0"/>
              <a:t>Planning</a:t>
            </a:r>
          </a:p>
          <a:p>
            <a:pPr marL="112713" lvl="3" indent="-112713">
              <a:spcBef>
                <a:spcPts val="300"/>
              </a:spcBef>
            </a:pPr>
            <a:r>
              <a:rPr lang="en-US" sz="800" dirty="0"/>
              <a:t>Security, Risk and Compliance Management </a:t>
            </a:r>
          </a:p>
          <a:p>
            <a:pPr marL="112713" lvl="3" indent="-112713">
              <a:spcBef>
                <a:spcPts val="300"/>
              </a:spcBef>
            </a:pPr>
            <a:r>
              <a:rPr lang="en-US" sz="800" dirty="0"/>
              <a:t>Enterprise Applications</a:t>
            </a:r>
          </a:p>
          <a:p>
            <a:pPr marL="112713" lvl="3" indent="-112713">
              <a:spcBef>
                <a:spcPts val="300"/>
              </a:spcBef>
            </a:pPr>
            <a:r>
              <a:rPr lang="en-US" sz="800" dirty="0"/>
              <a:t>Other operations (Budget, GR…)</a:t>
            </a:r>
          </a:p>
          <a:p>
            <a:pPr marL="112713" lvl="3" indent="-112713">
              <a:spcBef>
                <a:spcPts val="300"/>
              </a:spcBef>
            </a:pPr>
            <a:r>
              <a:rPr lang="en-US" sz="800" dirty="0"/>
              <a:t>Communication</a:t>
            </a:r>
          </a:p>
          <a:p>
            <a:pPr marL="112713" lvl="1" indent="-112713">
              <a:spcBef>
                <a:spcPts val="300"/>
              </a:spcBef>
              <a:buFont typeface="Arial" panose="020B0604020202020204" pitchFamily="34" charset="0"/>
              <a:buChar char="•"/>
            </a:pPr>
            <a:r>
              <a:rPr lang="en-US" sz="800" dirty="0"/>
              <a:t>Other Interim Design Role</a:t>
            </a:r>
          </a:p>
        </p:txBody>
      </p:sp>
      <p:sp>
        <p:nvSpPr>
          <p:cNvPr id="11" name="Content Placeholder 2">
            <a:extLst>
              <a:ext uri="{FF2B5EF4-FFF2-40B4-BE49-F238E27FC236}">
                <a16:creationId xmlns="" xmlns:a16="http://schemas.microsoft.com/office/drawing/2014/main" id="{663286A4-E0A6-4ADF-B336-B28F6B4D79CA}"/>
              </a:ext>
            </a:extLst>
          </p:cNvPr>
          <p:cNvSpPr txBox="1">
            <a:spLocks/>
          </p:cNvSpPr>
          <p:nvPr/>
        </p:nvSpPr>
        <p:spPr>
          <a:xfrm>
            <a:off x="5701260" y="2408914"/>
            <a:ext cx="3369974" cy="1802546"/>
          </a:xfrm>
          <a:prstGeom prst="rect">
            <a:avLst/>
          </a:prstGeom>
        </p:spPr>
        <p:txBody>
          <a:bodyPr vert="horz" lIns="91440" tIns="45720" rIns="91440" bIns="45720" rtlCol="0">
            <a:noAutofit/>
          </a:bodyPr>
          <a:lstStyle>
            <a:lvl1pPr marL="236538" indent="-236538" algn="l" defTabSz="914400" rtl="0" eaLnBrk="1" latinLnBrk="0" hangingPunct="1">
              <a:lnSpc>
                <a:spcPct val="90000"/>
              </a:lnSpc>
              <a:spcBef>
                <a:spcPts val="1000"/>
              </a:spcBef>
              <a:buClr>
                <a:srgbClr val="C00000"/>
              </a:buClr>
              <a:buFont typeface="Arial" panose="020B0604020202020204" pitchFamily="34" charset="0"/>
              <a:buChar char="•"/>
              <a:tabLst/>
              <a:defRPr sz="1800" kern="1200">
                <a:solidFill>
                  <a:schemeClr val="tx1"/>
                </a:solidFill>
                <a:latin typeface="+mn-lt"/>
                <a:ea typeface="+mn-ea"/>
                <a:cs typeface="+mn-cs"/>
              </a:defRPr>
            </a:lvl1pPr>
            <a:lvl2pPr marL="577850" indent="-227013" algn="l" defTabSz="914400" rtl="0" eaLnBrk="1" latinLnBrk="0" hangingPunct="1">
              <a:lnSpc>
                <a:spcPct val="90000"/>
              </a:lnSpc>
              <a:spcBef>
                <a:spcPts val="500"/>
              </a:spcBef>
              <a:buClr>
                <a:srgbClr val="C00000"/>
              </a:buClr>
              <a:buFont typeface="Courier New" panose="02070309020205020404" pitchFamily="49" charset="0"/>
              <a:buChar char="o"/>
              <a:tabLst/>
              <a:defRPr sz="1600" kern="1200">
                <a:solidFill>
                  <a:schemeClr val="tx1"/>
                </a:solidFill>
                <a:latin typeface="+mn-lt"/>
                <a:ea typeface="+mn-ea"/>
                <a:cs typeface="+mn-cs"/>
              </a:defRPr>
            </a:lvl2pPr>
            <a:lvl3pPr marL="917575" indent="-227013" algn="l" defTabSz="914400" rtl="0" eaLnBrk="1" latinLnBrk="0" hangingPunct="1">
              <a:lnSpc>
                <a:spcPct val="90000"/>
              </a:lnSpc>
              <a:spcBef>
                <a:spcPts val="500"/>
              </a:spcBef>
              <a:buClr>
                <a:srgbClr val="C00000"/>
              </a:buClr>
              <a:buFont typeface="Helvetica" charset="0"/>
              <a:buChar char="−"/>
              <a:tabLst/>
              <a:defRPr sz="14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C00000"/>
              </a:buClr>
              <a:buFont typeface="Arial" panose="020B0604020202020204" pitchFamily="34" charset="0"/>
              <a:buChar char="•"/>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Clr>
                <a:srgbClr val="C00000"/>
              </a:buClr>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n-US" sz="800" b="1" dirty="0"/>
              <a:t>Head of Strategy and Architecture </a:t>
            </a:r>
            <a:r>
              <a:rPr lang="en-US" sz="800" dirty="0"/>
              <a:t>(typically CTO, / Chief Architect)</a:t>
            </a:r>
          </a:p>
          <a:p>
            <a:pPr marL="0" indent="0">
              <a:spcBef>
                <a:spcPts val="300"/>
              </a:spcBef>
              <a:buFont typeface="Arial" panose="020B0604020202020204" pitchFamily="34" charset="0"/>
              <a:buNone/>
            </a:pPr>
            <a:r>
              <a:rPr lang="en-US" sz="800" b="1" dirty="0"/>
              <a:t>Role</a:t>
            </a:r>
            <a:r>
              <a:rPr lang="en-US" sz="800" dirty="0"/>
              <a:t>: Insures that CMK Technology Architecture and Strategy is maintained in alignment with CMK strategic objectives</a:t>
            </a:r>
          </a:p>
          <a:p>
            <a:pPr marL="0" indent="0">
              <a:spcBef>
                <a:spcPts val="300"/>
              </a:spcBef>
              <a:buFont typeface="Arial" panose="020B0604020202020204" pitchFamily="34" charset="0"/>
              <a:buNone/>
            </a:pPr>
            <a:r>
              <a:rPr lang="en-US" sz="800" b="1" dirty="0"/>
              <a:t>Responsibilities</a:t>
            </a:r>
            <a:r>
              <a:rPr lang="en-US" sz="800" dirty="0"/>
              <a:t> </a:t>
            </a:r>
          </a:p>
          <a:p>
            <a:pPr marL="112713" indent="-112713">
              <a:spcBef>
                <a:spcPts val="300"/>
              </a:spcBef>
            </a:pPr>
            <a:r>
              <a:rPr lang="en-US" sz="800" dirty="0"/>
              <a:t>Create and maintain CKM Technology Strategy and Roadmaps</a:t>
            </a:r>
          </a:p>
          <a:p>
            <a:pPr marL="112713" indent="-112713">
              <a:spcBef>
                <a:spcPts val="300"/>
              </a:spcBef>
            </a:pPr>
            <a:r>
              <a:rPr lang="en-US" sz="800" dirty="0"/>
              <a:t>Create and maintain reference architectures (also with domain communities of interest)</a:t>
            </a:r>
          </a:p>
          <a:p>
            <a:pPr marL="112713" indent="-112713">
              <a:spcBef>
                <a:spcPts val="300"/>
              </a:spcBef>
            </a:pPr>
            <a:r>
              <a:rPr lang="en-US" sz="800" dirty="0"/>
              <a:t>Provide thought leadership and Subject Matter Expertise throughout the firm</a:t>
            </a:r>
          </a:p>
          <a:p>
            <a:pPr marL="112713" indent="-112713">
              <a:spcBef>
                <a:spcPts val="300"/>
              </a:spcBef>
            </a:pPr>
            <a:r>
              <a:rPr lang="en-US" sz="800" dirty="0"/>
              <a:t>Run programs aimed at increasing the organization overall proficiency in technology applied to CMK Business</a:t>
            </a:r>
          </a:p>
          <a:p>
            <a:pPr marL="112713" indent="-112713">
              <a:spcBef>
                <a:spcPts val="300"/>
              </a:spcBef>
            </a:pPr>
            <a:r>
              <a:rPr lang="en-US" sz="800" dirty="0"/>
              <a:t>Partners with other thought leaders to create differentiating intellectual capital</a:t>
            </a:r>
          </a:p>
          <a:p>
            <a:pPr marL="0" indent="0">
              <a:spcBef>
                <a:spcPts val="300"/>
              </a:spcBef>
              <a:buFont typeface="Arial" panose="020B0604020202020204" pitchFamily="34" charset="0"/>
              <a:buNone/>
            </a:pPr>
            <a:endParaRPr lang="en-US" sz="800" dirty="0"/>
          </a:p>
        </p:txBody>
      </p:sp>
      <p:sp>
        <p:nvSpPr>
          <p:cNvPr id="13" name="Content Placeholder 2">
            <a:extLst>
              <a:ext uri="{FF2B5EF4-FFF2-40B4-BE49-F238E27FC236}">
                <a16:creationId xmlns="" xmlns:a16="http://schemas.microsoft.com/office/drawing/2014/main" id="{C8C0EB43-DDCE-40AD-94D2-ACA2012AC25F}"/>
              </a:ext>
            </a:extLst>
          </p:cNvPr>
          <p:cNvSpPr txBox="1">
            <a:spLocks/>
          </p:cNvSpPr>
          <p:nvPr/>
        </p:nvSpPr>
        <p:spPr>
          <a:xfrm>
            <a:off x="1126457" y="5090611"/>
            <a:ext cx="1234494" cy="868638"/>
          </a:xfrm>
          <a:prstGeom prst="rect">
            <a:avLst/>
          </a:prstGeom>
        </p:spPr>
        <p:txBody>
          <a:bodyPr vert="horz" lIns="91440" tIns="45720" rIns="91440" bIns="45720" rtlCol="0">
            <a:noAutofit/>
          </a:bodyPr>
          <a:lstStyle>
            <a:lvl1pPr indent="0" defTabSz="914400">
              <a:lnSpc>
                <a:spcPct val="90000"/>
              </a:lnSpc>
              <a:spcBef>
                <a:spcPts val="1000"/>
              </a:spcBef>
              <a:buClr>
                <a:srgbClr val="C00000"/>
              </a:buClr>
              <a:buFont typeface="Arial" panose="020B0604020202020204" pitchFamily="34" charset="0"/>
              <a:buNone/>
              <a:tabLst/>
              <a:defRPr/>
            </a:lvl1pPr>
            <a:lvl2pPr marL="577850" indent="-227013" defTabSz="914400">
              <a:lnSpc>
                <a:spcPct val="90000"/>
              </a:lnSpc>
              <a:spcBef>
                <a:spcPts val="500"/>
              </a:spcBef>
              <a:buClr>
                <a:srgbClr val="C00000"/>
              </a:buClr>
              <a:buFont typeface="Courier New" panose="02070309020205020404" pitchFamily="49" charset="0"/>
              <a:buChar char="o"/>
              <a:tabLst/>
              <a:defRPr sz="1600"/>
            </a:lvl2pPr>
            <a:lvl3pPr marL="917575" indent="-227013" defTabSz="914400">
              <a:lnSpc>
                <a:spcPct val="90000"/>
              </a:lnSpc>
              <a:spcBef>
                <a:spcPts val="500"/>
              </a:spcBef>
              <a:buClr>
                <a:srgbClr val="C00000"/>
              </a:buClr>
              <a:buFont typeface="Helvetica" charset="0"/>
              <a:buChar char="−"/>
              <a:tabLst/>
              <a:defRPr sz="1400" b="0"/>
            </a:lvl3pPr>
            <a:lvl4pPr marL="1600200" indent="-228600" defTabSz="914400">
              <a:lnSpc>
                <a:spcPct val="90000"/>
              </a:lnSpc>
              <a:spcBef>
                <a:spcPts val="500"/>
              </a:spcBef>
              <a:buClr>
                <a:srgbClr val="C00000"/>
              </a:buClr>
              <a:buFont typeface="Arial" panose="020B0604020202020204" pitchFamily="34" charset="0"/>
              <a:buChar char="•"/>
              <a:defRPr sz="1200"/>
            </a:lvl4pPr>
            <a:lvl5pPr indent="0" defTabSz="914400">
              <a:lnSpc>
                <a:spcPct val="90000"/>
              </a:lnSpc>
              <a:spcBef>
                <a:spcPts val="500"/>
              </a:spcBef>
              <a:buClr>
                <a:srgbClr val="C00000"/>
              </a:buClr>
              <a:buFont typeface="Arial" panose="020B0604020202020204" pitchFamily="34" charset="0"/>
              <a:buNone/>
              <a:defRPr sz="1200"/>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marL="0" lvl="1" indent="0">
              <a:spcBef>
                <a:spcPts val="400"/>
              </a:spcBef>
              <a:buNone/>
            </a:pPr>
            <a:r>
              <a:rPr lang="en-US" sz="800" dirty="0"/>
              <a:t>Engineers and operates the technical infrastructure for the knowledge worker’s working environment</a:t>
            </a:r>
          </a:p>
        </p:txBody>
      </p:sp>
      <p:sp>
        <p:nvSpPr>
          <p:cNvPr id="14" name="Content Placeholder 2">
            <a:extLst>
              <a:ext uri="{FF2B5EF4-FFF2-40B4-BE49-F238E27FC236}">
                <a16:creationId xmlns="" xmlns:a16="http://schemas.microsoft.com/office/drawing/2014/main" id="{F6301DBF-D937-435D-A6FA-177C6C4E13E3}"/>
              </a:ext>
            </a:extLst>
          </p:cNvPr>
          <p:cNvSpPr txBox="1">
            <a:spLocks/>
          </p:cNvSpPr>
          <p:nvPr/>
        </p:nvSpPr>
        <p:spPr>
          <a:xfrm>
            <a:off x="2686051" y="5090611"/>
            <a:ext cx="1234494" cy="868638"/>
          </a:xfrm>
          <a:prstGeom prst="rect">
            <a:avLst/>
          </a:prstGeom>
        </p:spPr>
        <p:txBody>
          <a:bodyPr vert="horz" lIns="91440" tIns="45720" rIns="91440" bIns="45720" rtlCol="0">
            <a:noAutofit/>
          </a:bodyPr>
          <a:lstStyle>
            <a:lvl1pPr indent="0" defTabSz="914400">
              <a:lnSpc>
                <a:spcPct val="90000"/>
              </a:lnSpc>
              <a:spcBef>
                <a:spcPts val="1000"/>
              </a:spcBef>
              <a:buClr>
                <a:srgbClr val="C00000"/>
              </a:buClr>
              <a:buFont typeface="Arial" panose="020B0604020202020204" pitchFamily="34" charset="0"/>
              <a:buNone/>
              <a:tabLst/>
              <a:defRPr/>
            </a:lvl1pPr>
            <a:lvl2pPr marL="577850" indent="-227013" defTabSz="914400">
              <a:lnSpc>
                <a:spcPct val="90000"/>
              </a:lnSpc>
              <a:spcBef>
                <a:spcPts val="500"/>
              </a:spcBef>
              <a:buClr>
                <a:srgbClr val="C00000"/>
              </a:buClr>
              <a:buFont typeface="Courier New" panose="02070309020205020404" pitchFamily="49" charset="0"/>
              <a:buChar char="o"/>
              <a:tabLst/>
              <a:defRPr sz="1600"/>
            </a:lvl2pPr>
            <a:lvl3pPr marL="917575" indent="-227013" defTabSz="914400">
              <a:lnSpc>
                <a:spcPct val="90000"/>
              </a:lnSpc>
              <a:spcBef>
                <a:spcPts val="500"/>
              </a:spcBef>
              <a:buClr>
                <a:srgbClr val="C00000"/>
              </a:buClr>
              <a:buFont typeface="Helvetica" charset="0"/>
              <a:buChar char="−"/>
              <a:tabLst/>
              <a:defRPr sz="1400" b="0"/>
            </a:lvl3pPr>
            <a:lvl4pPr marL="1600200" indent="-228600" defTabSz="914400">
              <a:lnSpc>
                <a:spcPct val="90000"/>
              </a:lnSpc>
              <a:spcBef>
                <a:spcPts val="500"/>
              </a:spcBef>
              <a:buClr>
                <a:srgbClr val="C00000"/>
              </a:buClr>
              <a:buFont typeface="Arial" panose="020B0604020202020204" pitchFamily="34" charset="0"/>
              <a:buChar char="•"/>
              <a:defRPr sz="1200"/>
            </a:lvl4pPr>
            <a:lvl5pPr indent="0" defTabSz="914400">
              <a:lnSpc>
                <a:spcPct val="90000"/>
              </a:lnSpc>
              <a:spcBef>
                <a:spcPts val="500"/>
              </a:spcBef>
              <a:buClr>
                <a:srgbClr val="C00000"/>
              </a:buClr>
              <a:buFont typeface="Arial" panose="020B0604020202020204" pitchFamily="34" charset="0"/>
              <a:buNone/>
              <a:defRPr sz="1200"/>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marL="0" lvl="1" indent="0">
              <a:spcBef>
                <a:spcPts val="400"/>
              </a:spcBef>
              <a:buNone/>
            </a:pPr>
            <a:r>
              <a:rPr lang="en-US" sz="800" dirty="0"/>
              <a:t>Defines and choreograph data-related life-cycles processes to insure that data is sourced, managed and leveraged optimally within CKM as a corporate asset</a:t>
            </a:r>
          </a:p>
        </p:txBody>
      </p:sp>
      <p:sp>
        <p:nvSpPr>
          <p:cNvPr id="15" name="Content Placeholder 2">
            <a:extLst>
              <a:ext uri="{FF2B5EF4-FFF2-40B4-BE49-F238E27FC236}">
                <a16:creationId xmlns="" xmlns:a16="http://schemas.microsoft.com/office/drawing/2014/main" id="{D4FD94D8-D397-465C-B58E-A6D28C0DEB34}"/>
              </a:ext>
            </a:extLst>
          </p:cNvPr>
          <p:cNvSpPr txBox="1">
            <a:spLocks/>
          </p:cNvSpPr>
          <p:nvPr/>
        </p:nvSpPr>
        <p:spPr>
          <a:xfrm>
            <a:off x="4152275" y="5090611"/>
            <a:ext cx="1296650" cy="868638"/>
          </a:xfrm>
          <a:prstGeom prst="rect">
            <a:avLst/>
          </a:prstGeom>
        </p:spPr>
        <p:txBody>
          <a:bodyPr vert="horz" lIns="91440" tIns="45720" rIns="91440" bIns="45720" rtlCol="0">
            <a:noAutofit/>
          </a:bodyPr>
          <a:lstStyle>
            <a:lvl1pPr indent="0" defTabSz="914400">
              <a:lnSpc>
                <a:spcPct val="90000"/>
              </a:lnSpc>
              <a:spcBef>
                <a:spcPts val="1000"/>
              </a:spcBef>
              <a:buClr>
                <a:srgbClr val="C00000"/>
              </a:buClr>
              <a:buFont typeface="Arial" panose="020B0604020202020204" pitchFamily="34" charset="0"/>
              <a:buNone/>
              <a:tabLst/>
              <a:defRPr/>
            </a:lvl1pPr>
            <a:lvl2pPr marL="577850" indent="-227013" defTabSz="914400">
              <a:lnSpc>
                <a:spcPct val="90000"/>
              </a:lnSpc>
              <a:spcBef>
                <a:spcPts val="500"/>
              </a:spcBef>
              <a:buClr>
                <a:srgbClr val="C00000"/>
              </a:buClr>
              <a:buFont typeface="Courier New" panose="02070309020205020404" pitchFamily="49" charset="0"/>
              <a:buChar char="o"/>
              <a:tabLst/>
              <a:defRPr sz="1600"/>
            </a:lvl2pPr>
            <a:lvl3pPr marL="917575" indent="-227013" defTabSz="914400">
              <a:lnSpc>
                <a:spcPct val="90000"/>
              </a:lnSpc>
              <a:spcBef>
                <a:spcPts val="500"/>
              </a:spcBef>
              <a:buClr>
                <a:srgbClr val="C00000"/>
              </a:buClr>
              <a:buFont typeface="Helvetica" charset="0"/>
              <a:buChar char="−"/>
              <a:tabLst/>
              <a:defRPr sz="1400" b="0"/>
            </a:lvl3pPr>
            <a:lvl4pPr marL="1600200" indent="-228600" defTabSz="914400">
              <a:lnSpc>
                <a:spcPct val="90000"/>
              </a:lnSpc>
              <a:spcBef>
                <a:spcPts val="500"/>
              </a:spcBef>
              <a:buClr>
                <a:srgbClr val="C00000"/>
              </a:buClr>
              <a:buFont typeface="Arial" panose="020B0604020202020204" pitchFamily="34" charset="0"/>
              <a:buChar char="•"/>
              <a:defRPr sz="1200"/>
            </a:lvl4pPr>
            <a:lvl5pPr indent="0" defTabSz="914400">
              <a:lnSpc>
                <a:spcPct val="90000"/>
              </a:lnSpc>
              <a:spcBef>
                <a:spcPts val="500"/>
              </a:spcBef>
              <a:buClr>
                <a:srgbClr val="C00000"/>
              </a:buClr>
              <a:buFont typeface="Arial" panose="020B0604020202020204" pitchFamily="34" charset="0"/>
              <a:buNone/>
              <a:defRPr sz="1200"/>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marL="0" lvl="1" indent="0">
              <a:spcBef>
                <a:spcPts val="400"/>
              </a:spcBef>
              <a:buNone/>
            </a:pPr>
            <a:r>
              <a:rPr lang="en-US" sz="800" dirty="0"/>
              <a:t>Manages the set of process that leverages client work or R&amp;D to produce assets that can be used to create value for clients (faster/better) or CMK (through economy of scale, scope or market recognition )</a:t>
            </a:r>
          </a:p>
        </p:txBody>
      </p:sp>
      <p:sp>
        <p:nvSpPr>
          <p:cNvPr id="16" name="Content Placeholder 2">
            <a:extLst>
              <a:ext uri="{FF2B5EF4-FFF2-40B4-BE49-F238E27FC236}">
                <a16:creationId xmlns="" xmlns:a16="http://schemas.microsoft.com/office/drawing/2014/main" id="{490261B6-8FD8-4418-9E51-77B8225EE590}"/>
              </a:ext>
            </a:extLst>
          </p:cNvPr>
          <p:cNvSpPr txBox="1">
            <a:spLocks/>
          </p:cNvSpPr>
          <p:nvPr/>
        </p:nvSpPr>
        <p:spPr>
          <a:xfrm>
            <a:off x="5701259" y="5090611"/>
            <a:ext cx="1254177" cy="868638"/>
          </a:xfrm>
          <a:prstGeom prst="rect">
            <a:avLst/>
          </a:prstGeom>
        </p:spPr>
        <p:txBody>
          <a:bodyPr vert="horz" lIns="91440" tIns="45720" rIns="91440" bIns="45720" rtlCol="0">
            <a:noAutofit/>
          </a:bodyPr>
          <a:lstStyle>
            <a:lvl1pPr indent="0" defTabSz="914400">
              <a:lnSpc>
                <a:spcPct val="90000"/>
              </a:lnSpc>
              <a:spcBef>
                <a:spcPts val="1000"/>
              </a:spcBef>
              <a:buClr>
                <a:srgbClr val="C00000"/>
              </a:buClr>
              <a:buFont typeface="Arial" panose="020B0604020202020204" pitchFamily="34" charset="0"/>
              <a:buNone/>
              <a:tabLst/>
              <a:defRPr/>
            </a:lvl1pPr>
            <a:lvl2pPr marL="577850" indent="-227013" defTabSz="914400">
              <a:lnSpc>
                <a:spcPct val="90000"/>
              </a:lnSpc>
              <a:spcBef>
                <a:spcPts val="500"/>
              </a:spcBef>
              <a:buClr>
                <a:srgbClr val="C00000"/>
              </a:buClr>
              <a:buFont typeface="Courier New" panose="02070309020205020404" pitchFamily="49" charset="0"/>
              <a:buChar char="o"/>
              <a:tabLst/>
              <a:defRPr sz="1600"/>
            </a:lvl2pPr>
            <a:lvl3pPr marL="917575" indent="-227013" defTabSz="914400">
              <a:lnSpc>
                <a:spcPct val="90000"/>
              </a:lnSpc>
              <a:spcBef>
                <a:spcPts val="500"/>
              </a:spcBef>
              <a:buClr>
                <a:srgbClr val="C00000"/>
              </a:buClr>
              <a:buFont typeface="Helvetica" charset="0"/>
              <a:buChar char="−"/>
              <a:tabLst/>
              <a:defRPr sz="1400" b="0"/>
            </a:lvl3pPr>
            <a:lvl4pPr marL="1600200" indent="-228600" defTabSz="914400">
              <a:lnSpc>
                <a:spcPct val="90000"/>
              </a:lnSpc>
              <a:spcBef>
                <a:spcPts val="500"/>
              </a:spcBef>
              <a:buClr>
                <a:srgbClr val="C00000"/>
              </a:buClr>
              <a:buFont typeface="Arial" panose="020B0604020202020204" pitchFamily="34" charset="0"/>
              <a:buChar char="•"/>
              <a:defRPr sz="1200"/>
            </a:lvl4pPr>
            <a:lvl5pPr indent="0" defTabSz="914400">
              <a:lnSpc>
                <a:spcPct val="90000"/>
              </a:lnSpc>
              <a:spcBef>
                <a:spcPts val="500"/>
              </a:spcBef>
              <a:buClr>
                <a:srgbClr val="C00000"/>
              </a:buClr>
              <a:buFont typeface="Arial" panose="020B0604020202020204" pitchFamily="34" charset="0"/>
              <a:buNone/>
              <a:defRPr sz="1200"/>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marL="0" lvl="1" indent="0">
              <a:spcBef>
                <a:spcPts val="400"/>
              </a:spcBef>
              <a:buNone/>
            </a:pPr>
            <a:r>
              <a:rPr lang="en-US" sz="800" dirty="0"/>
              <a:t>Provides support to users throughout the execution of client projects </a:t>
            </a:r>
          </a:p>
        </p:txBody>
      </p:sp>
    </p:spTree>
    <p:extLst>
      <p:ext uri="{BB962C8B-B14F-4D97-AF65-F5344CB8AC3E}">
        <p14:creationId xmlns:p14="http://schemas.microsoft.com/office/powerpoint/2010/main" val="39885546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E06B184-9891-4DFC-8385-066CD5E44DB7}"/>
              </a:ext>
            </a:extLst>
          </p:cNvPr>
          <p:cNvSpPr>
            <a:spLocks noGrp="1"/>
          </p:cNvSpPr>
          <p:nvPr>
            <p:ph type="title"/>
          </p:nvPr>
        </p:nvSpPr>
        <p:spPr/>
        <p:txBody>
          <a:bodyPr/>
          <a:lstStyle/>
          <a:p>
            <a:r>
              <a:rPr lang="en-US" dirty="0"/>
              <a:t>Interim Design (2018)</a:t>
            </a:r>
          </a:p>
        </p:txBody>
      </p:sp>
      <p:sp>
        <p:nvSpPr>
          <p:cNvPr id="3" name="Content Placeholder 2">
            <a:extLst>
              <a:ext uri="{FF2B5EF4-FFF2-40B4-BE49-F238E27FC236}">
                <a16:creationId xmlns="" xmlns:a16="http://schemas.microsoft.com/office/drawing/2014/main" id="{A3ABEB35-C8D5-41BA-B99A-F2BD731589BD}"/>
              </a:ext>
            </a:extLst>
          </p:cNvPr>
          <p:cNvSpPr>
            <a:spLocks noGrp="1"/>
          </p:cNvSpPr>
          <p:nvPr>
            <p:ph idx="1"/>
          </p:nvPr>
        </p:nvSpPr>
        <p:spPr/>
        <p:txBody>
          <a:bodyPr/>
          <a:lstStyle/>
          <a:p>
            <a:endParaRPr lang="en-US" dirty="0"/>
          </a:p>
        </p:txBody>
      </p:sp>
      <p:sp>
        <p:nvSpPr>
          <p:cNvPr id="4" name="Date Placeholder 3">
            <a:extLst>
              <a:ext uri="{FF2B5EF4-FFF2-40B4-BE49-F238E27FC236}">
                <a16:creationId xmlns="" xmlns:a16="http://schemas.microsoft.com/office/drawing/2014/main" id="{C43386E0-8E93-4213-8F0B-3AEF817090F9}"/>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 xmlns:a16="http://schemas.microsoft.com/office/drawing/2014/main" id="{88503F29-1CD4-43F4-99A8-75296F1E09FD}"/>
              </a:ext>
            </a:extLst>
          </p:cNvPr>
          <p:cNvSpPr>
            <a:spLocks noGrp="1"/>
          </p:cNvSpPr>
          <p:nvPr>
            <p:ph type="ftr" sz="quarter" idx="11"/>
          </p:nvPr>
        </p:nvSpPr>
        <p:spPr/>
        <p:txBody>
          <a:bodyPr/>
          <a:lstStyle/>
          <a:p>
            <a:r>
              <a:rPr lang="en-US"/>
              <a:t>Discussion Document - Confidential – Not for Distribution</a:t>
            </a:r>
            <a:endParaRPr lang="en-US" dirty="0"/>
          </a:p>
        </p:txBody>
      </p:sp>
      <p:sp>
        <p:nvSpPr>
          <p:cNvPr id="6" name="Slide Number Placeholder 5">
            <a:extLst>
              <a:ext uri="{FF2B5EF4-FFF2-40B4-BE49-F238E27FC236}">
                <a16:creationId xmlns="" xmlns:a16="http://schemas.microsoft.com/office/drawing/2014/main" id="{966EA7A8-59C8-4B64-9392-0E21CB37D162}"/>
              </a:ext>
            </a:extLst>
          </p:cNvPr>
          <p:cNvSpPr>
            <a:spLocks noGrp="1"/>
          </p:cNvSpPr>
          <p:nvPr>
            <p:ph type="sldNum" sz="quarter" idx="12"/>
          </p:nvPr>
        </p:nvSpPr>
        <p:spPr/>
        <p:txBody>
          <a:bodyPr/>
          <a:lstStyle/>
          <a:p>
            <a:fld id="{3B15A6B3-2ED0-4305-B615-970F20C181DE}" type="datetime1">
              <a:rPr lang="en-US" smtClean="0"/>
              <a:pPr/>
              <a:t>2/28/18</a:t>
            </a:fld>
            <a:r>
              <a:rPr lang="en-US"/>
              <a:t>  - Page</a:t>
            </a:r>
            <a:fld id="{0E394E3E-819E-4067-BE3E-D7D3854741F1}" type="slidenum">
              <a:rPr lang="en-US" smtClean="0"/>
              <a:pPr/>
              <a:t>2</a:t>
            </a:fld>
            <a:endParaRPr lang="en-US" dirty="0"/>
          </a:p>
        </p:txBody>
      </p:sp>
      <p:pic>
        <p:nvPicPr>
          <p:cNvPr id="7" name="Picture 6">
            <a:extLst>
              <a:ext uri="{FF2B5EF4-FFF2-40B4-BE49-F238E27FC236}">
                <a16:creationId xmlns="" xmlns:a16="http://schemas.microsoft.com/office/drawing/2014/main" id="{8D95BD33-8BF6-4F86-892A-7488C18695FB}"/>
              </a:ext>
            </a:extLst>
          </p:cNvPr>
          <p:cNvPicPr>
            <a:picLocks noChangeAspect="1"/>
          </p:cNvPicPr>
          <p:nvPr/>
        </p:nvPicPr>
        <p:blipFill>
          <a:blip r:embed="rId2"/>
          <a:stretch>
            <a:fillRect/>
          </a:stretch>
        </p:blipFill>
        <p:spPr>
          <a:xfrm>
            <a:off x="565346" y="3143744"/>
            <a:ext cx="2273552" cy="1356610"/>
          </a:xfrm>
          <a:prstGeom prst="rect">
            <a:avLst/>
          </a:prstGeom>
          <a:ln>
            <a:noFill/>
          </a:ln>
          <a:effectLst>
            <a:outerShdw blurRad="292100" dist="139700" dir="2700000" algn="tl" rotWithShape="0">
              <a:srgbClr val="333333">
                <a:alpha val="65000"/>
              </a:srgbClr>
            </a:outerShdw>
          </a:effectLst>
          <a:scene3d>
            <a:camera prst="perspectiveHeroicExtremeRightFacing"/>
            <a:lightRig rig="threePt" dir="t"/>
          </a:scene3d>
        </p:spPr>
      </p:pic>
      <p:graphicFrame>
        <p:nvGraphicFramePr>
          <p:cNvPr id="8" name="Diagram 7">
            <a:extLst>
              <a:ext uri="{FF2B5EF4-FFF2-40B4-BE49-F238E27FC236}">
                <a16:creationId xmlns="" xmlns:a16="http://schemas.microsoft.com/office/drawing/2014/main" id="{A882C620-454E-4FE5-8DE2-4F69629515AE}"/>
              </a:ext>
            </a:extLst>
          </p:cNvPr>
          <p:cNvGraphicFramePr/>
          <p:nvPr>
            <p:extLst>
              <p:ext uri="{D42A27DB-BD31-4B8C-83A1-F6EECF244321}">
                <p14:modId xmlns:p14="http://schemas.microsoft.com/office/powerpoint/2010/main" val="1906841720"/>
              </p:ext>
            </p:extLst>
          </p:nvPr>
        </p:nvGraphicFramePr>
        <p:xfrm>
          <a:off x="2902202" y="2915587"/>
          <a:ext cx="4186324" cy="2060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2" name="Group 11">
            <a:extLst>
              <a:ext uri="{FF2B5EF4-FFF2-40B4-BE49-F238E27FC236}">
                <a16:creationId xmlns="" xmlns:a16="http://schemas.microsoft.com/office/drawing/2014/main" id="{0B058BCF-3EE8-46F2-872E-75DDBD5FE005}"/>
              </a:ext>
            </a:extLst>
          </p:cNvPr>
          <p:cNvGrpSpPr/>
          <p:nvPr/>
        </p:nvGrpSpPr>
        <p:grpSpPr>
          <a:xfrm>
            <a:off x="2813993" y="2690315"/>
            <a:ext cx="88209" cy="2263467"/>
            <a:chOff x="3919928" y="1746354"/>
            <a:chExt cx="88209" cy="4069830"/>
          </a:xfrm>
        </p:grpSpPr>
        <p:cxnSp>
          <p:nvCxnSpPr>
            <p:cNvPr id="10" name="Straight Connector 9">
              <a:extLst>
                <a:ext uri="{FF2B5EF4-FFF2-40B4-BE49-F238E27FC236}">
                  <a16:creationId xmlns="" xmlns:a16="http://schemas.microsoft.com/office/drawing/2014/main" id="{1E06BA0A-132C-4D39-A6C5-7F34BB56B883}"/>
                </a:ext>
              </a:extLst>
            </p:cNvPr>
            <p:cNvCxnSpPr/>
            <p:nvPr/>
          </p:nvCxnSpPr>
          <p:spPr>
            <a:xfrm>
              <a:off x="3919928" y="1746354"/>
              <a:ext cx="0" cy="4069830"/>
            </a:xfrm>
            <a:prstGeom prst="line">
              <a:avLst/>
            </a:prstGeom>
          </p:spPr>
          <p:style>
            <a:lnRef idx="1">
              <a:schemeClr val="accent1"/>
            </a:lnRef>
            <a:fillRef idx="0">
              <a:schemeClr val="accent1"/>
            </a:fillRef>
            <a:effectRef idx="0">
              <a:schemeClr val="accent1"/>
            </a:effectRef>
            <a:fontRef idx="minor">
              <a:schemeClr val="tx1"/>
            </a:fontRef>
          </p:style>
        </p:cxnSp>
        <p:sp>
          <p:nvSpPr>
            <p:cNvPr id="11" name="Isosceles Triangle 10">
              <a:extLst>
                <a:ext uri="{FF2B5EF4-FFF2-40B4-BE49-F238E27FC236}">
                  <a16:creationId xmlns="" xmlns:a16="http://schemas.microsoft.com/office/drawing/2014/main" id="{5DA1C1EC-3A52-4C91-BF88-FB49F4428C95}"/>
                </a:ext>
              </a:extLst>
            </p:cNvPr>
            <p:cNvSpPr/>
            <p:nvPr/>
          </p:nvSpPr>
          <p:spPr>
            <a:xfrm rot="5400000">
              <a:off x="3610897" y="3740046"/>
              <a:ext cx="712033" cy="82446"/>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Content Placeholder 2">
            <a:extLst>
              <a:ext uri="{FF2B5EF4-FFF2-40B4-BE49-F238E27FC236}">
                <a16:creationId xmlns="" xmlns:a16="http://schemas.microsoft.com/office/drawing/2014/main" id="{E5460AA2-8F33-44BE-8B04-AB6239FE0870}"/>
              </a:ext>
            </a:extLst>
          </p:cNvPr>
          <p:cNvSpPr txBox="1">
            <a:spLocks/>
          </p:cNvSpPr>
          <p:nvPr/>
        </p:nvSpPr>
        <p:spPr>
          <a:xfrm>
            <a:off x="6472061" y="2993018"/>
            <a:ext cx="1727583" cy="871965"/>
          </a:xfrm>
          <a:prstGeom prst="rect">
            <a:avLst/>
          </a:prstGeom>
        </p:spPr>
        <p:txBody>
          <a:bodyPr vert="horz" lIns="91440" tIns="45720" rIns="91440" bIns="45720" rtlCol="0">
            <a:noAutofit/>
          </a:bodyPr>
          <a:lstStyle>
            <a:lvl1pPr indent="0" defTabSz="914400">
              <a:lnSpc>
                <a:spcPct val="90000"/>
              </a:lnSpc>
              <a:spcBef>
                <a:spcPts val="1000"/>
              </a:spcBef>
              <a:buClr>
                <a:srgbClr val="C00000"/>
              </a:buClr>
              <a:buFont typeface="Arial" panose="020B0604020202020204" pitchFamily="34" charset="0"/>
              <a:buNone/>
              <a:tabLst/>
              <a:defRPr/>
            </a:lvl1pPr>
            <a:lvl2pPr marL="577850" indent="-227013" defTabSz="914400">
              <a:lnSpc>
                <a:spcPct val="90000"/>
              </a:lnSpc>
              <a:spcBef>
                <a:spcPts val="500"/>
              </a:spcBef>
              <a:buClr>
                <a:srgbClr val="C00000"/>
              </a:buClr>
              <a:buFont typeface="Courier New" panose="02070309020205020404" pitchFamily="49" charset="0"/>
              <a:buChar char="o"/>
              <a:tabLst/>
              <a:defRPr sz="1600"/>
            </a:lvl2pPr>
            <a:lvl3pPr marL="917575" indent="-227013" defTabSz="914400">
              <a:lnSpc>
                <a:spcPct val="90000"/>
              </a:lnSpc>
              <a:spcBef>
                <a:spcPts val="500"/>
              </a:spcBef>
              <a:buClr>
                <a:srgbClr val="C00000"/>
              </a:buClr>
              <a:buFont typeface="Helvetica" charset="0"/>
              <a:buChar char="−"/>
              <a:tabLst/>
              <a:defRPr sz="1400" b="0"/>
            </a:lvl3pPr>
            <a:lvl4pPr marL="1600200" indent="-228600" defTabSz="914400">
              <a:lnSpc>
                <a:spcPct val="90000"/>
              </a:lnSpc>
              <a:spcBef>
                <a:spcPts val="500"/>
              </a:spcBef>
              <a:buClr>
                <a:srgbClr val="C00000"/>
              </a:buClr>
              <a:buFont typeface="Arial" panose="020B0604020202020204" pitchFamily="34" charset="0"/>
              <a:buChar char="•"/>
              <a:defRPr sz="1200"/>
            </a:lvl4pPr>
            <a:lvl5pPr indent="0" defTabSz="914400">
              <a:lnSpc>
                <a:spcPct val="90000"/>
              </a:lnSpc>
              <a:spcBef>
                <a:spcPts val="500"/>
              </a:spcBef>
              <a:buClr>
                <a:srgbClr val="C00000"/>
              </a:buClr>
              <a:buFont typeface="Arial" panose="020B0604020202020204" pitchFamily="34" charset="0"/>
              <a:buNone/>
              <a:defRPr sz="1200"/>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a:spcBef>
                <a:spcPts val="300"/>
              </a:spcBef>
            </a:pPr>
            <a:r>
              <a:rPr lang="en-US" sz="1000" b="1" dirty="0"/>
              <a:t>Senior Leverage </a:t>
            </a:r>
            <a:r>
              <a:rPr lang="en-US" sz="1000" dirty="0"/>
              <a:t>(typically COO, working name: Deputy CTO)</a:t>
            </a:r>
          </a:p>
          <a:p>
            <a:pPr>
              <a:spcBef>
                <a:spcPts val="300"/>
              </a:spcBef>
            </a:pPr>
            <a:r>
              <a:rPr lang="en-US" sz="1000" b="1" dirty="0"/>
              <a:t>Role</a:t>
            </a:r>
            <a:r>
              <a:rPr lang="en-US" sz="1000" dirty="0"/>
              <a:t>: Insure that the Technology Group operates at an excellent level</a:t>
            </a:r>
          </a:p>
          <a:p>
            <a:pPr marL="0" lvl="1" indent="0">
              <a:spcBef>
                <a:spcPts val="300"/>
              </a:spcBef>
              <a:buNone/>
            </a:pPr>
            <a:r>
              <a:rPr lang="en-US" sz="1000" b="1" dirty="0"/>
              <a:t>Responsibilities</a:t>
            </a:r>
            <a:r>
              <a:rPr lang="en-US" sz="1000" dirty="0"/>
              <a:t> As Per Role +</a:t>
            </a:r>
          </a:p>
          <a:p>
            <a:pPr marL="171450" lvl="1" indent="-171450">
              <a:spcBef>
                <a:spcPts val="300"/>
              </a:spcBef>
              <a:buFont typeface="Arial" panose="020B0604020202020204" pitchFamily="34" charset="0"/>
              <a:buChar char="•"/>
            </a:pPr>
            <a:r>
              <a:rPr lang="en-US" sz="1000" dirty="0"/>
              <a:t>Field Support</a:t>
            </a:r>
          </a:p>
        </p:txBody>
      </p:sp>
      <p:sp>
        <p:nvSpPr>
          <p:cNvPr id="14" name="Content Placeholder 2">
            <a:extLst>
              <a:ext uri="{FF2B5EF4-FFF2-40B4-BE49-F238E27FC236}">
                <a16:creationId xmlns="" xmlns:a16="http://schemas.microsoft.com/office/drawing/2014/main" id="{6DCE1AB8-415C-4A05-821A-083210CD08A9}"/>
              </a:ext>
            </a:extLst>
          </p:cNvPr>
          <p:cNvSpPr txBox="1">
            <a:spLocks/>
          </p:cNvSpPr>
          <p:nvPr/>
        </p:nvSpPr>
        <p:spPr>
          <a:xfrm>
            <a:off x="3896055" y="1626454"/>
            <a:ext cx="3508178" cy="1802546"/>
          </a:xfrm>
          <a:prstGeom prst="rect">
            <a:avLst/>
          </a:prstGeom>
        </p:spPr>
        <p:txBody>
          <a:bodyPr vert="horz" lIns="91440" tIns="45720" rIns="91440" bIns="45720" rtlCol="0">
            <a:noAutofit/>
          </a:bodyPr>
          <a:lstStyle>
            <a:lvl1pPr marL="236538" indent="-236538" algn="l" defTabSz="914400" rtl="0" eaLnBrk="1" latinLnBrk="0" hangingPunct="1">
              <a:lnSpc>
                <a:spcPct val="90000"/>
              </a:lnSpc>
              <a:spcBef>
                <a:spcPts val="1000"/>
              </a:spcBef>
              <a:buClr>
                <a:srgbClr val="C00000"/>
              </a:buClr>
              <a:buFont typeface="Arial" panose="020B0604020202020204" pitchFamily="34" charset="0"/>
              <a:buChar char="•"/>
              <a:tabLst/>
              <a:defRPr sz="1800" kern="1200">
                <a:solidFill>
                  <a:schemeClr val="tx1"/>
                </a:solidFill>
                <a:latin typeface="+mn-lt"/>
                <a:ea typeface="+mn-ea"/>
                <a:cs typeface="+mn-cs"/>
              </a:defRPr>
            </a:lvl1pPr>
            <a:lvl2pPr marL="577850" indent="-227013" algn="l" defTabSz="914400" rtl="0" eaLnBrk="1" latinLnBrk="0" hangingPunct="1">
              <a:lnSpc>
                <a:spcPct val="90000"/>
              </a:lnSpc>
              <a:spcBef>
                <a:spcPts val="500"/>
              </a:spcBef>
              <a:buClr>
                <a:srgbClr val="C00000"/>
              </a:buClr>
              <a:buFont typeface="Courier New" panose="02070309020205020404" pitchFamily="49" charset="0"/>
              <a:buChar char="o"/>
              <a:tabLst/>
              <a:defRPr sz="1600" kern="1200">
                <a:solidFill>
                  <a:schemeClr val="tx1"/>
                </a:solidFill>
                <a:latin typeface="+mn-lt"/>
                <a:ea typeface="+mn-ea"/>
                <a:cs typeface="+mn-cs"/>
              </a:defRPr>
            </a:lvl2pPr>
            <a:lvl3pPr marL="917575" indent="-227013" algn="l" defTabSz="914400" rtl="0" eaLnBrk="1" latinLnBrk="0" hangingPunct="1">
              <a:lnSpc>
                <a:spcPct val="90000"/>
              </a:lnSpc>
              <a:spcBef>
                <a:spcPts val="500"/>
              </a:spcBef>
              <a:buClr>
                <a:srgbClr val="C00000"/>
              </a:buClr>
              <a:buFont typeface="Helvetica" charset="0"/>
              <a:buChar char="−"/>
              <a:tabLst/>
              <a:defRPr sz="14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C00000"/>
              </a:buClr>
              <a:buFont typeface="Arial" panose="020B0604020202020204" pitchFamily="34" charset="0"/>
              <a:buChar char="•"/>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Clr>
                <a:srgbClr val="C00000"/>
              </a:buClr>
              <a:buFont typeface="Arial" panose="020B0604020202020204" pitchFamily="34" charset="0"/>
              <a:buNone/>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
              </a:spcBef>
              <a:buFont typeface="Arial" panose="020B0604020202020204" pitchFamily="34" charset="0"/>
              <a:buNone/>
            </a:pPr>
            <a:r>
              <a:rPr lang="en-US" sz="1000" b="1" dirty="0"/>
              <a:t>Head of Technology </a:t>
            </a:r>
            <a:r>
              <a:rPr lang="en-US" sz="1000" dirty="0"/>
              <a:t>(typically CIO, working name: CTO)</a:t>
            </a:r>
          </a:p>
          <a:p>
            <a:pPr marL="0" indent="0">
              <a:spcBef>
                <a:spcPts val="300"/>
              </a:spcBef>
              <a:buFont typeface="Arial" panose="020B0604020202020204" pitchFamily="34" charset="0"/>
              <a:buNone/>
            </a:pPr>
            <a:r>
              <a:rPr lang="en-US" sz="1000" b="1" dirty="0"/>
              <a:t>Role</a:t>
            </a:r>
            <a:r>
              <a:rPr lang="en-US" sz="1000" dirty="0"/>
              <a:t>: Scale and Manage the Technology Supporting CMK business</a:t>
            </a:r>
          </a:p>
          <a:p>
            <a:pPr marL="0" indent="0">
              <a:spcBef>
                <a:spcPts val="300"/>
              </a:spcBef>
              <a:buFont typeface="Arial" panose="020B0604020202020204" pitchFamily="34" charset="0"/>
              <a:buNone/>
            </a:pPr>
            <a:r>
              <a:rPr lang="en-US" sz="1000" b="1" dirty="0"/>
              <a:t>Responsibilities</a:t>
            </a:r>
            <a:r>
              <a:rPr lang="en-US" sz="1000" dirty="0"/>
              <a:t> – As per Role + </a:t>
            </a:r>
          </a:p>
          <a:p>
            <a:pPr marL="112713" indent="-112713">
              <a:spcBef>
                <a:spcPts val="300"/>
              </a:spcBef>
            </a:pPr>
            <a:r>
              <a:rPr lang="en-US" sz="1000" dirty="0"/>
              <a:t>Product Management </a:t>
            </a:r>
          </a:p>
          <a:p>
            <a:pPr marL="112713" indent="-112713">
              <a:spcBef>
                <a:spcPts val="300"/>
              </a:spcBef>
            </a:pPr>
            <a:r>
              <a:rPr lang="en-US" sz="1000" dirty="0"/>
              <a:t>Head of Architecture</a:t>
            </a:r>
          </a:p>
          <a:p>
            <a:pPr>
              <a:spcBef>
                <a:spcPts val="300"/>
              </a:spcBef>
            </a:pPr>
            <a:endParaRPr lang="en-US" sz="1000" dirty="0"/>
          </a:p>
        </p:txBody>
      </p:sp>
      <p:sp>
        <p:nvSpPr>
          <p:cNvPr id="15" name="Right Bracket 14">
            <a:extLst>
              <a:ext uri="{FF2B5EF4-FFF2-40B4-BE49-F238E27FC236}">
                <a16:creationId xmlns="" xmlns:a16="http://schemas.microsoft.com/office/drawing/2014/main" id="{666EDD2E-F351-4866-837A-6A3330E718C2}"/>
              </a:ext>
            </a:extLst>
          </p:cNvPr>
          <p:cNvSpPr/>
          <p:nvPr/>
        </p:nvSpPr>
        <p:spPr>
          <a:xfrm rot="5400000">
            <a:off x="4929761" y="3233518"/>
            <a:ext cx="136109" cy="3810307"/>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Content Placeholder 2">
            <a:extLst>
              <a:ext uri="{FF2B5EF4-FFF2-40B4-BE49-F238E27FC236}">
                <a16:creationId xmlns="" xmlns:a16="http://schemas.microsoft.com/office/drawing/2014/main" id="{510B3BED-F5FF-403A-A856-B452F2A5F451}"/>
              </a:ext>
            </a:extLst>
          </p:cNvPr>
          <p:cNvSpPr txBox="1">
            <a:spLocks/>
          </p:cNvSpPr>
          <p:nvPr/>
        </p:nvSpPr>
        <p:spPr>
          <a:xfrm>
            <a:off x="3147934" y="5259167"/>
            <a:ext cx="3755035" cy="422105"/>
          </a:xfrm>
          <a:prstGeom prst="rect">
            <a:avLst/>
          </a:prstGeom>
        </p:spPr>
        <p:txBody>
          <a:bodyPr vert="horz" lIns="91440" tIns="45720" rIns="91440" bIns="45720" rtlCol="0">
            <a:noAutofit/>
          </a:bodyPr>
          <a:lstStyle>
            <a:lvl1pPr indent="0" defTabSz="914400">
              <a:lnSpc>
                <a:spcPct val="90000"/>
              </a:lnSpc>
              <a:spcBef>
                <a:spcPts val="1000"/>
              </a:spcBef>
              <a:buClr>
                <a:srgbClr val="C00000"/>
              </a:buClr>
              <a:buFont typeface="Arial" panose="020B0604020202020204" pitchFamily="34" charset="0"/>
              <a:buNone/>
              <a:tabLst/>
              <a:defRPr/>
            </a:lvl1pPr>
            <a:lvl2pPr marL="577850" indent="-227013" defTabSz="914400">
              <a:lnSpc>
                <a:spcPct val="90000"/>
              </a:lnSpc>
              <a:spcBef>
                <a:spcPts val="500"/>
              </a:spcBef>
              <a:buClr>
                <a:srgbClr val="C00000"/>
              </a:buClr>
              <a:buFont typeface="Courier New" panose="02070309020205020404" pitchFamily="49" charset="0"/>
              <a:buChar char="o"/>
              <a:tabLst/>
              <a:defRPr sz="1600"/>
            </a:lvl2pPr>
            <a:lvl3pPr marL="917575" indent="-227013" defTabSz="914400">
              <a:lnSpc>
                <a:spcPct val="90000"/>
              </a:lnSpc>
              <a:spcBef>
                <a:spcPts val="500"/>
              </a:spcBef>
              <a:buClr>
                <a:srgbClr val="C00000"/>
              </a:buClr>
              <a:buFont typeface="Helvetica" charset="0"/>
              <a:buChar char="−"/>
              <a:tabLst/>
              <a:defRPr sz="1400" b="0"/>
            </a:lvl3pPr>
            <a:lvl4pPr marL="1600200" indent="-228600" defTabSz="914400">
              <a:lnSpc>
                <a:spcPct val="90000"/>
              </a:lnSpc>
              <a:spcBef>
                <a:spcPts val="500"/>
              </a:spcBef>
              <a:buClr>
                <a:srgbClr val="C00000"/>
              </a:buClr>
              <a:buFont typeface="Arial" panose="020B0604020202020204" pitchFamily="34" charset="0"/>
              <a:buChar char="•"/>
              <a:defRPr sz="1200"/>
            </a:lvl4pPr>
            <a:lvl5pPr indent="0" defTabSz="914400">
              <a:lnSpc>
                <a:spcPct val="90000"/>
              </a:lnSpc>
              <a:spcBef>
                <a:spcPts val="500"/>
              </a:spcBef>
              <a:buClr>
                <a:srgbClr val="C00000"/>
              </a:buClr>
              <a:buFont typeface="Arial" panose="020B0604020202020204" pitchFamily="34" charset="0"/>
              <a:buNone/>
              <a:defRPr sz="1200"/>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a:spcBef>
                <a:spcPts val="300"/>
              </a:spcBef>
            </a:pPr>
            <a:r>
              <a:rPr lang="en-US" sz="1000" b="1" dirty="0"/>
              <a:t>Staffing levels / Ability and Skills </a:t>
            </a:r>
            <a:r>
              <a:rPr lang="en-US" sz="1000" b="1" dirty="0" err="1"/>
              <a:t>Recomposition</a:t>
            </a:r>
            <a:r>
              <a:rPr lang="en-US" sz="1000" b="1" dirty="0"/>
              <a:t> to be based on more granular estimate of activities and evaluation against staffing criteria (see next pages)</a:t>
            </a:r>
            <a:endParaRPr lang="en-US" sz="1000" dirty="0"/>
          </a:p>
        </p:txBody>
      </p:sp>
    </p:spTree>
    <p:extLst>
      <p:ext uri="{BB962C8B-B14F-4D97-AF65-F5344CB8AC3E}">
        <p14:creationId xmlns:p14="http://schemas.microsoft.com/office/powerpoint/2010/main" val="23486516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C46702-3813-4008-BE1E-8444BF8B45FE}"/>
              </a:ext>
            </a:extLst>
          </p:cNvPr>
          <p:cNvSpPr>
            <a:spLocks noGrp="1"/>
          </p:cNvSpPr>
          <p:nvPr>
            <p:ph type="title"/>
          </p:nvPr>
        </p:nvSpPr>
        <p:spPr>
          <a:xfrm>
            <a:off x="628650" y="107952"/>
            <a:ext cx="7886700" cy="445196"/>
          </a:xfrm>
        </p:spPr>
        <p:txBody>
          <a:bodyPr>
            <a:normAutofit fontScale="90000"/>
          </a:bodyPr>
          <a:lstStyle/>
          <a:p>
            <a:r>
              <a:rPr lang="en-US" dirty="0"/>
              <a:t>IT </a:t>
            </a:r>
            <a:br>
              <a:rPr lang="en-US" dirty="0"/>
            </a:br>
            <a:r>
              <a:rPr lang="en-US" dirty="0"/>
              <a:t>Staffing Framework</a:t>
            </a:r>
          </a:p>
        </p:txBody>
      </p:sp>
      <p:sp>
        <p:nvSpPr>
          <p:cNvPr id="3" name="Content Placeholder 2">
            <a:extLst>
              <a:ext uri="{FF2B5EF4-FFF2-40B4-BE49-F238E27FC236}">
                <a16:creationId xmlns="" xmlns:a16="http://schemas.microsoft.com/office/drawing/2014/main" id="{1F74127C-AF42-4654-B228-6C88919F57D0}"/>
              </a:ext>
            </a:extLst>
          </p:cNvPr>
          <p:cNvSpPr>
            <a:spLocks noGrp="1"/>
          </p:cNvSpPr>
          <p:nvPr>
            <p:ph idx="1"/>
          </p:nvPr>
        </p:nvSpPr>
        <p:spPr>
          <a:xfrm>
            <a:off x="628650" y="575632"/>
            <a:ext cx="7886700" cy="5136183"/>
          </a:xfrm>
        </p:spPr>
        <p:txBody>
          <a:bodyPr>
            <a:noAutofit/>
          </a:bodyPr>
          <a:lstStyle/>
          <a:p>
            <a:r>
              <a:rPr lang="en-US" sz="1100" dirty="0"/>
              <a:t>Sub Org Role: Engineers and operates the technical infrastructure for the knowledge worker’s working environment</a:t>
            </a:r>
          </a:p>
          <a:p>
            <a:r>
              <a:rPr lang="en-US" sz="1100" dirty="0"/>
              <a:t>Design Parameters:</a:t>
            </a:r>
          </a:p>
          <a:p>
            <a:pPr lvl="1"/>
            <a:r>
              <a:rPr lang="en-US" sz="1100" dirty="0"/>
              <a:t>Number of users: Assume 40+ now 100 at end of planning horizon</a:t>
            </a:r>
          </a:p>
          <a:p>
            <a:pPr lvl="1"/>
            <a:r>
              <a:rPr lang="en-US" sz="1100" dirty="0"/>
              <a:t>Number of sites: Multiple but close-by, assume consolidation in 2 sites, not necessarily close-by </a:t>
            </a:r>
          </a:p>
          <a:p>
            <a:pPr lvl="1"/>
            <a:r>
              <a:rPr lang="en-US" sz="1100" dirty="0"/>
              <a:t>Services provided: Same as of today with probably more collaboration tools (essentially more bandwidth needed) + higher focus on risk/security</a:t>
            </a:r>
          </a:p>
          <a:p>
            <a:pPr lvl="1"/>
            <a:r>
              <a:rPr lang="en-US" sz="1100" dirty="0"/>
              <a:t>New skills required: More Security and Risk Management / Disaster Recovery</a:t>
            </a:r>
          </a:p>
          <a:p>
            <a:pPr lvl="1"/>
            <a:r>
              <a:rPr lang="en-US" sz="1100" dirty="0"/>
              <a:t>Out of scope: M&amp;A Activity (will require resource spike on a project basis)</a:t>
            </a:r>
          </a:p>
          <a:p>
            <a:r>
              <a:rPr lang="en-US" sz="1100" dirty="0"/>
              <a:t>Key Principles</a:t>
            </a:r>
          </a:p>
          <a:p>
            <a:pPr lvl="1"/>
            <a:r>
              <a:rPr lang="en-US" sz="1100" dirty="0"/>
              <a:t>Deploy break/fix/other support on site (high touch)</a:t>
            </a:r>
          </a:p>
          <a:p>
            <a:pPr lvl="1"/>
            <a:r>
              <a:rPr lang="en-US" sz="1100" dirty="0"/>
              <a:t>Centralize all other device, network, security management (economy of scale/scope)</a:t>
            </a:r>
          </a:p>
          <a:p>
            <a:pPr lvl="1"/>
            <a:r>
              <a:rPr lang="en-US" sz="1100" dirty="0"/>
              <a:t>Outsource/out-task as much and as early  as possible but won’t be possible for centralized activities until significant critical mass for centralized activities (&gt; 60+)</a:t>
            </a:r>
          </a:p>
          <a:p>
            <a:pPr lvl="1"/>
            <a:r>
              <a:rPr lang="en-US" sz="1100" dirty="0"/>
              <a:t>At critical mass (&gt; 100) , keep engineering and operations together for key technologies/domains under individual leadership (e.g. “User Computing”) but introduce IT Architecture and governance model to synchronize across services/domains</a:t>
            </a:r>
          </a:p>
          <a:p>
            <a:pPr lvl="1"/>
            <a:r>
              <a:rPr lang="en-US" sz="1100" dirty="0"/>
              <a:t>Leverage IT team to also train all employees on fundamentals of security and Dev/Ops and Cloud Technology (e.g. Container) to promote self-service / autonomy as part of skills/abilities expected from all employees</a:t>
            </a:r>
          </a:p>
          <a:p>
            <a:r>
              <a:rPr lang="en-US" sz="1600" dirty="0"/>
              <a:t>Ability, Skills Overview and Hiring Strategy</a:t>
            </a:r>
          </a:p>
          <a:p>
            <a:pPr lvl="1"/>
            <a:r>
              <a:rPr lang="en-US" sz="1100" dirty="0"/>
              <a:t>Now: SME in Network, Security, Desktop Support, Cloud Technology, DevOps Tools Deployment (Probably adequate but some training, certification needed)</a:t>
            </a:r>
          </a:p>
          <a:p>
            <a:pPr lvl="1"/>
            <a:r>
              <a:rPr lang="en-US" sz="1100" dirty="0"/>
              <a:t>In Future (will probably be taught/coached by CTO until new head of IT joins):</a:t>
            </a:r>
          </a:p>
          <a:p>
            <a:pPr lvl="2"/>
            <a:r>
              <a:rPr lang="en-US" sz="800" dirty="0"/>
              <a:t>Vendor Management, </a:t>
            </a:r>
          </a:p>
          <a:p>
            <a:pPr lvl="2"/>
            <a:r>
              <a:rPr lang="en-US" sz="800" dirty="0"/>
              <a:t>Architecture </a:t>
            </a:r>
          </a:p>
          <a:p>
            <a:pPr lvl="2"/>
            <a:r>
              <a:rPr lang="en-US" sz="800" dirty="0"/>
              <a:t>Service Management</a:t>
            </a:r>
          </a:p>
          <a:p>
            <a:pPr lvl="1"/>
            <a:r>
              <a:rPr lang="en-US" sz="1100" dirty="0"/>
              <a:t>Hiring Strategy: </a:t>
            </a:r>
          </a:p>
          <a:p>
            <a:pPr lvl="2"/>
            <a:r>
              <a:rPr lang="en-US" sz="1000" dirty="0"/>
              <a:t>Continue to bring in “Jack of All Trade” who can rotate 3within the company (talent pipeline for Field Support)</a:t>
            </a:r>
          </a:p>
          <a:p>
            <a:pPr lvl="2"/>
            <a:r>
              <a:rPr lang="en-US" sz="1000" dirty="0"/>
              <a:t>Make sure they can grow into architecture and vendor management</a:t>
            </a:r>
          </a:p>
          <a:p>
            <a:pPr lvl="2"/>
            <a:r>
              <a:rPr lang="en-US" sz="1000" dirty="0"/>
              <a:t>Leader must be able to be coach/doer and rise to be architect and service manager (bring those with high growth potential, curiosity – basically overqualified…)</a:t>
            </a:r>
          </a:p>
          <a:p>
            <a:pPr lvl="1"/>
            <a:endParaRPr lang="en-US" sz="2800" dirty="0"/>
          </a:p>
          <a:p>
            <a:endParaRPr lang="en-US" dirty="0"/>
          </a:p>
        </p:txBody>
      </p:sp>
      <p:sp>
        <p:nvSpPr>
          <p:cNvPr id="4" name="Date Placeholder 3">
            <a:extLst>
              <a:ext uri="{FF2B5EF4-FFF2-40B4-BE49-F238E27FC236}">
                <a16:creationId xmlns="" xmlns:a16="http://schemas.microsoft.com/office/drawing/2014/main" id="{2FFBB164-3AE5-4C1A-9557-A566ABED6B04}"/>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 xmlns:a16="http://schemas.microsoft.com/office/drawing/2014/main" id="{19E76167-FF6E-4A99-AC80-715644C8CFCA}"/>
              </a:ext>
            </a:extLst>
          </p:cNvPr>
          <p:cNvSpPr>
            <a:spLocks noGrp="1"/>
          </p:cNvSpPr>
          <p:nvPr>
            <p:ph type="ftr" sz="quarter" idx="11"/>
          </p:nvPr>
        </p:nvSpPr>
        <p:spPr/>
        <p:txBody>
          <a:bodyPr/>
          <a:lstStyle/>
          <a:p>
            <a:r>
              <a:rPr lang="en-US"/>
              <a:t>Discussion Document - Confidential – Not for Distribution</a:t>
            </a:r>
            <a:endParaRPr lang="en-US" dirty="0"/>
          </a:p>
        </p:txBody>
      </p:sp>
      <p:sp>
        <p:nvSpPr>
          <p:cNvPr id="6" name="Slide Number Placeholder 5">
            <a:extLst>
              <a:ext uri="{FF2B5EF4-FFF2-40B4-BE49-F238E27FC236}">
                <a16:creationId xmlns="" xmlns:a16="http://schemas.microsoft.com/office/drawing/2014/main" id="{F1F029FB-66E5-4970-A6FA-47ECEA3B5154}"/>
              </a:ext>
            </a:extLst>
          </p:cNvPr>
          <p:cNvSpPr>
            <a:spLocks noGrp="1"/>
          </p:cNvSpPr>
          <p:nvPr>
            <p:ph type="sldNum" sz="quarter" idx="12"/>
          </p:nvPr>
        </p:nvSpPr>
        <p:spPr/>
        <p:txBody>
          <a:bodyPr/>
          <a:lstStyle/>
          <a:p>
            <a:fld id="{3B15A6B3-2ED0-4305-B615-970F20C181DE}" type="datetime1">
              <a:rPr lang="en-US" smtClean="0"/>
              <a:pPr/>
              <a:t>2/28/18</a:t>
            </a:fld>
            <a:r>
              <a:rPr lang="en-US"/>
              <a:t>  - Page</a:t>
            </a:r>
            <a:fld id="{0E394E3E-819E-4067-BE3E-D7D3854741F1}" type="slidenum">
              <a:rPr lang="en-US" smtClean="0"/>
              <a:pPr/>
              <a:t>3</a:t>
            </a:fld>
            <a:endParaRPr lang="en-US" dirty="0"/>
          </a:p>
        </p:txBody>
      </p:sp>
      <p:graphicFrame>
        <p:nvGraphicFramePr>
          <p:cNvPr id="7" name="Diagram 6">
            <a:extLst>
              <a:ext uri="{FF2B5EF4-FFF2-40B4-BE49-F238E27FC236}">
                <a16:creationId xmlns="" xmlns:a16="http://schemas.microsoft.com/office/drawing/2014/main" id="{42324CC7-FFCD-4D08-AB68-E3B76403A492}"/>
              </a:ext>
            </a:extLst>
          </p:cNvPr>
          <p:cNvGraphicFramePr/>
          <p:nvPr>
            <p:extLst>
              <p:ext uri="{D42A27DB-BD31-4B8C-83A1-F6EECF244321}">
                <p14:modId xmlns:p14="http://schemas.microsoft.com/office/powerpoint/2010/main" val="1425316610"/>
              </p:ext>
            </p:extLst>
          </p:nvPr>
        </p:nvGraphicFramePr>
        <p:xfrm>
          <a:off x="6676912" y="349608"/>
          <a:ext cx="2464277" cy="10413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26470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C46702-3813-4008-BE1E-8444BF8B45FE}"/>
              </a:ext>
            </a:extLst>
          </p:cNvPr>
          <p:cNvSpPr>
            <a:spLocks noGrp="1"/>
          </p:cNvSpPr>
          <p:nvPr>
            <p:ph type="title"/>
          </p:nvPr>
        </p:nvSpPr>
        <p:spPr>
          <a:xfrm>
            <a:off x="628650" y="177878"/>
            <a:ext cx="7886700" cy="445196"/>
          </a:xfrm>
        </p:spPr>
        <p:txBody>
          <a:bodyPr>
            <a:normAutofit fontScale="90000"/>
          </a:bodyPr>
          <a:lstStyle/>
          <a:p>
            <a:r>
              <a:rPr lang="en-US" dirty="0"/>
              <a:t>IT </a:t>
            </a:r>
            <a:br>
              <a:rPr lang="en-US" dirty="0"/>
            </a:br>
            <a:r>
              <a:rPr lang="en-US" dirty="0"/>
              <a:t>Staffing Specifications and Implementation</a:t>
            </a:r>
          </a:p>
        </p:txBody>
      </p:sp>
      <p:sp>
        <p:nvSpPr>
          <p:cNvPr id="4" name="Date Placeholder 3">
            <a:extLst>
              <a:ext uri="{FF2B5EF4-FFF2-40B4-BE49-F238E27FC236}">
                <a16:creationId xmlns="" xmlns:a16="http://schemas.microsoft.com/office/drawing/2014/main" id="{2FFBB164-3AE5-4C1A-9557-A566ABED6B04}"/>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 xmlns:a16="http://schemas.microsoft.com/office/drawing/2014/main" id="{19E76167-FF6E-4A99-AC80-715644C8CFCA}"/>
              </a:ext>
            </a:extLst>
          </p:cNvPr>
          <p:cNvSpPr>
            <a:spLocks noGrp="1"/>
          </p:cNvSpPr>
          <p:nvPr>
            <p:ph type="ftr" sz="quarter" idx="11"/>
          </p:nvPr>
        </p:nvSpPr>
        <p:spPr/>
        <p:txBody>
          <a:bodyPr/>
          <a:lstStyle/>
          <a:p>
            <a:r>
              <a:rPr lang="en-US"/>
              <a:t>Discussion Document - Confidential – Not for Distribution</a:t>
            </a:r>
            <a:endParaRPr lang="en-US" dirty="0"/>
          </a:p>
        </p:txBody>
      </p:sp>
      <p:sp>
        <p:nvSpPr>
          <p:cNvPr id="6" name="Slide Number Placeholder 5">
            <a:extLst>
              <a:ext uri="{FF2B5EF4-FFF2-40B4-BE49-F238E27FC236}">
                <a16:creationId xmlns="" xmlns:a16="http://schemas.microsoft.com/office/drawing/2014/main" id="{F1F029FB-66E5-4970-A6FA-47ECEA3B5154}"/>
              </a:ext>
            </a:extLst>
          </p:cNvPr>
          <p:cNvSpPr>
            <a:spLocks noGrp="1"/>
          </p:cNvSpPr>
          <p:nvPr>
            <p:ph type="sldNum" sz="quarter" idx="12"/>
          </p:nvPr>
        </p:nvSpPr>
        <p:spPr/>
        <p:txBody>
          <a:bodyPr/>
          <a:lstStyle/>
          <a:p>
            <a:fld id="{3B15A6B3-2ED0-4305-B615-970F20C181DE}" type="datetime1">
              <a:rPr lang="en-US" smtClean="0"/>
              <a:pPr/>
              <a:t>2/28/18</a:t>
            </a:fld>
            <a:r>
              <a:rPr lang="en-US"/>
              <a:t>  - Page</a:t>
            </a:r>
            <a:fld id="{0E394E3E-819E-4067-BE3E-D7D3854741F1}" type="slidenum">
              <a:rPr lang="en-US" smtClean="0"/>
              <a:pPr/>
              <a:t>4</a:t>
            </a:fld>
            <a:endParaRPr lang="en-US" dirty="0"/>
          </a:p>
        </p:txBody>
      </p:sp>
      <p:graphicFrame>
        <p:nvGraphicFramePr>
          <p:cNvPr id="10" name="Table 9">
            <a:extLst>
              <a:ext uri="{FF2B5EF4-FFF2-40B4-BE49-F238E27FC236}">
                <a16:creationId xmlns="" xmlns:a16="http://schemas.microsoft.com/office/drawing/2014/main" id="{CC797902-02EA-4EAB-A09E-DCAABCE3C836}"/>
              </a:ext>
            </a:extLst>
          </p:cNvPr>
          <p:cNvGraphicFramePr>
            <a:graphicFrameLocks noGrp="1"/>
          </p:cNvGraphicFramePr>
          <p:nvPr>
            <p:extLst>
              <p:ext uri="{D42A27DB-BD31-4B8C-83A1-F6EECF244321}">
                <p14:modId xmlns:p14="http://schemas.microsoft.com/office/powerpoint/2010/main" val="3130333595"/>
              </p:ext>
            </p:extLst>
          </p:nvPr>
        </p:nvGraphicFramePr>
        <p:xfrm>
          <a:off x="28575" y="948151"/>
          <a:ext cx="9115424" cy="5486400"/>
        </p:xfrm>
        <a:graphic>
          <a:graphicData uri="http://schemas.openxmlformats.org/drawingml/2006/table">
            <a:tbl>
              <a:tblPr firstRow="1" bandRow="1">
                <a:tableStyleId>{5C22544A-7EE6-4342-B048-85BDC9FD1C3A}</a:tableStyleId>
              </a:tblPr>
              <a:tblGrid>
                <a:gridCol w="722281">
                  <a:extLst>
                    <a:ext uri="{9D8B030D-6E8A-4147-A177-3AD203B41FA5}">
                      <a16:colId xmlns="" xmlns:a16="http://schemas.microsoft.com/office/drawing/2014/main" val="3165143532"/>
                    </a:ext>
                  </a:extLst>
                </a:gridCol>
                <a:gridCol w="1493921">
                  <a:extLst>
                    <a:ext uri="{9D8B030D-6E8A-4147-A177-3AD203B41FA5}">
                      <a16:colId xmlns="" xmlns:a16="http://schemas.microsoft.com/office/drawing/2014/main" val="3510055176"/>
                    </a:ext>
                  </a:extLst>
                </a:gridCol>
                <a:gridCol w="1844777">
                  <a:extLst>
                    <a:ext uri="{9D8B030D-6E8A-4147-A177-3AD203B41FA5}">
                      <a16:colId xmlns="" xmlns:a16="http://schemas.microsoft.com/office/drawing/2014/main" val="891943517"/>
                    </a:ext>
                  </a:extLst>
                </a:gridCol>
                <a:gridCol w="1136982">
                  <a:extLst>
                    <a:ext uri="{9D8B030D-6E8A-4147-A177-3AD203B41FA5}">
                      <a16:colId xmlns="" xmlns:a16="http://schemas.microsoft.com/office/drawing/2014/main" val="2750427831"/>
                    </a:ext>
                  </a:extLst>
                </a:gridCol>
                <a:gridCol w="1602889">
                  <a:extLst>
                    <a:ext uri="{9D8B030D-6E8A-4147-A177-3AD203B41FA5}">
                      <a16:colId xmlns="" xmlns:a16="http://schemas.microsoft.com/office/drawing/2014/main" val="3948998727"/>
                    </a:ext>
                  </a:extLst>
                </a:gridCol>
                <a:gridCol w="1106335">
                  <a:extLst>
                    <a:ext uri="{9D8B030D-6E8A-4147-A177-3AD203B41FA5}">
                      <a16:colId xmlns="" xmlns:a16="http://schemas.microsoft.com/office/drawing/2014/main" val="3313668703"/>
                    </a:ext>
                  </a:extLst>
                </a:gridCol>
                <a:gridCol w="1208239">
                  <a:extLst>
                    <a:ext uri="{9D8B030D-6E8A-4147-A177-3AD203B41FA5}">
                      <a16:colId xmlns="" xmlns:a16="http://schemas.microsoft.com/office/drawing/2014/main" val="964838052"/>
                    </a:ext>
                  </a:extLst>
                </a:gridCol>
              </a:tblGrid>
              <a:tr h="370840">
                <a:tc>
                  <a:txBody>
                    <a:bodyPr/>
                    <a:lstStyle/>
                    <a:p>
                      <a:r>
                        <a:rPr lang="en-US" sz="800" dirty="0"/>
                        <a:t>Role</a:t>
                      </a:r>
                    </a:p>
                  </a:txBody>
                  <a:tcPr anchor="b"/>
                </a:tc>
                <a:tc>
                  <a:txBody>
                    <a:bodyPr/>
                    <a:lstStyle/>
                    <a:p>
                      <a:r>
                        <a:rPr lang="en-US" sz="800" dirty="0"/>
                        <a:t>Responsibilities</a:t>
                      </a:r>
                    </a:p>
                  </a:txBody>
                  <a:tcPr anchor="b"/>
                </a:tc>
                <a:tc>
                  <a:txBody>
                    <a:bodyPr/>
                    <a:lstStyle/>
                    <a:p>
                      <a:r>
                        <a:rPr lang="en-US" sz="800" dirty="0"/>
                        <a:t>2018 Goals</a:t>
                      </a:r>
                    </a:p>
                  </a:txBody>
                  <a:tcPr anchor="b"/>
                </a:tc>
                <a:tc>
                  <a:txBody>
                    <a:bodyPr/>
                    <a:lstStyle/>
                    <a:p>
                      <a:r>
                        <a:rPr lang="en-US" sz="800" dirty="0"/>
                        <a:t>Value Requirements</a:t>
                      </a:r>
                    </a:p>
                  </a:txBody>
                  <a:tcPr anchor="b"/>
                </a:tc>
                <a:tc>
                  <a:txBody>
                    <a:bodyPr/>
                    <a:lstStyle/>
                    <a:p>
                      <a:r>
                        <a:rPr lang="en-US" sz="800" dirty="0"/>
                        <a:t>Abilities Requirements</a:t>
                      </a:r>
                    </a:p>
                  </a:txBody>
                  <a:tcPr anchor="b"/>
                </a:tc>
                <a:tc>
                  <a:txBody>
                    <a:bodyPr/>
                    <a:lstStyle/>
                    <a:p>
                      <a:r>
                        <a:rPr lang="en-US" sz="800" dirty="0"/>
                        <a:t>Skill Requirements</a:t>
                      </a:r>
                    </a:p>
                  </a:txBody>
                  <a:tcPr anchor="b"/>
                </a:tc>
                <a:tc>
                  <a:txBody>
                    <a:bodyPr/>
                    <a:lstStyle/>
                    <a:p>
                      <a:r>
                        <a:rPr lang="en-US" sz="800" dirty="0"/>
                        <a:t>2018 Initial Implementation Considerations</a:t>
                      </a:r>
                    </a:p>
                  </a:txBody>
                  <a:tcPr anchor="b"/>
                </a:tc>
                <a:extLst>
                  <a:ext uri="{0D108BD9-81ED-4DB2-BD59-A6C34878D82A}">
                    <a16:rowId xmlns="" xmlns:a16="http://schemas.microsoft.com/office/drawing/2014/main" val="1834755985"/>
                  </a:ext>
                </a:extLst>
              </a:tr>
              <a:tr h="370840">
                <a:tc>
                  <a:txBody>
                    <a:bodyPr/>
                    <a:lstStyle/>
                    <a:p>
                      <a:r>
                        <a:rPr lang="en-US" sz="800" dirty="0"/>
                        <a:t>Head of IT</a:t>
                      </a:r>
                    </a:p>
                  </a:txBody>
                  <a:tcPr/>
                </a:tc>
                <a:tc>
                  <a:txBody>
                    <a:bodyPr/>
                    <a:lstStyle/>
                    <a:p>
                      <a:pPr marL="60325" indent="-60325">
                        <a:buFont typeface="Arial" panose="020B0604020202020204" pitchFamily="34" charset="0"/>
                        <a:buChar char="•"/>
                      </a:pPr>
                      <a:r>
                        <a:rPr lang="en-US" sz="800" dirty="0"/>
                        <a:t>Responsible for delivering a stable, performant environment for knowledge workers at all sites</a:t>
                      </a:r>
                    </a:p>
                    <a:p>
                      <a:pPr marL="60325" indent="-60325">
                        <a:buFont typeface="Arial" panose="020B0604020202020204" pitchFamily="34" charset="0"/>
                        <a:buChar char="•"/>
                      </a:pPr>
                      <a:r>
                        <a:rPr lang="en-US" sz="800" dirty="0"/>
                        <a:t>Oversees the overall planning and execution of IT activities</a:t>
                      </a:r>
                    </a:p>
                    <a:p>
                      <a:pPr marL="60325" indent="-60325">
                        <a:buFont typeface="Arial" panose="020B0604020202020204" pitchFamily="34" charset="0"/>
                        <a:buChar char="•"/>
                      </a:pPr>
                      <a:r>
                        <a:rPr lang="en-US" sz="800" dirty="0"/>
                        <a:t>Supervises IT Associates</a:t>
                      </a:r>
                    </a:p>
                    <a:p>
                      <a:pPr marL="60325" indent="-60325">
                        <a:buFont typeface="Arial" panose="020B0604020202020204" pitchFamily="34" charset="0"/>
                        <a:buChar char="•"/>
                      </a:pPr>
                      <a:r>
                        <a:rPr lang="en-US" sz="800" dirty="0"/>
                        <a:t>Contributes to overall Technology Leadership activities</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kern="1200" dirty="0">
                          <a:solidFill>
                            <a:schemeClr val="dk1"/>
                          </a:solidFill>
                          <a:latin typeface="+mn-lt"/>
                          <a:ea typeface="+mn-ea"/>
                          <a:cs typeface="+mn-cs"/>
                        </a:rPr>
                        <a:t>Negotiate with partners (and vendors) and monitor internal SLAs</a:t>
                      </a:r>
                    </a:p>
                    <a:p>
                      <a:pPr marL="60325" indent="-60325">
                        <a:buFont typeface="Arial" panose="020B0604020202020204" pitchFamily="34" charset="0"/>
                        <a:buChar char="•"/>
                      </a:pPr>
                      <a:endParaRPr lang="en-US" sz="800" dirty="0"/>
                    </a:p>
                  </a:txBody>
                  <a:tcPr/>
                </a:tc>
                <a:tc>
                  <a:txBody>
                    <a:bodyPr/>
                    <a:lstStyle/>
                    <a:p>
                      <a:pPr marL="60325" indent="-60325" algn="l" defTabSz="914400" rtl="0" eaLnBrk="1" latinLnBrk="0" hangingPunct="1">
                        <a:buFont typeface="Arial" panose="020B0604020202020204" pitchFamily="34" charset="0"/>
                        <a:buChar char="•"/>
                      </a:pPr>
                      <a:r>
                        <a:rPr lang="en-US" sz="800" kern="1200" dirty="0">
                          <a:solidFill>
                            <a:schemeClr val="dk1"/>
                          </a:solidFill>
                          <a:latin typeface="+mn-lt"/>
                          <a:ea typeface="+mn-ea"/>
                          <a:cs typeface="+mn-cs"/>
                        </a:rPr>
                        <a:t>Set up function</a:t>
                      </a:r>
                    </a:p>
                    <a:p>
                      <a:pPr marL="60325" indent="-60325" algn="l" defTabSz="914400" rtl="0" eaLnBrk="1" latinLnBrk="0" hangingPunct="1">
                        <a:buFont typeface="Arial" panose="020B0604020202020204" pitchFamily="34" charset="0"/>
                        <a:buChar char="•"/>
                      </a:pPr>
                      <a:r>
                        <a:rPr lang="en-US" sz="800" kern="1200" dirty="0">
                          <a:solidFill>
                            <a:schemeClr val="dk1"/>
                          </a:solidFill>
                          <a:latin typeface="+mn-lt"/>
                          <a:ea typeface="+mn-ea"/>
                          <a:cs typeface="+mn-cs"/>
                        </a:rPr>
                        <a:t>Support introduction of Scrum approach to product development</a:t>
                      </a:r>
                    </a:p>
                    <a:p>
                      <a:pPr marL="60325" indent="-60325" algn="l" defTabSz="914400" rtl="0" eaLnBrk="1" latinLnBrk="0" hangingPunct="1">
                        <a:buFont typeface="Arial" panose="020B0604020202020204" pitchFamily="34" charset="0"/>
                        <a:buChar char="•"/>
                      </a:pPr>
                      <a:r>
                        <a:rPr lang="en-US" sz="800" kern="1200" dirty="0">
                          <a:solidFill>
                            <a:schemeClr val="dk1"/>
                          </a:solidFill>
                          <a:latin typeface="+mn-lt"/>
                          <a:ea typeface="+mn-ea"/>
                          <a:cs typeface="+mn-cs"/>
                        </a:rPr>
                        <a:t>Start straining plan to CKM as a whole for DevOps and </a:t>
                      </a:r>
                    </a:p>
                    <a:p>
                      <a:pPr marL="60325" indent="-60325" algn="l" defTabSz="914400" rtl="0" eaLnBrk="1" latinLnBrk="0" hangingPunct="1">
                        <a:buFont typeface="Arial" panose="020B0604020202020204" pitchFamily="34" charset="0"/>
                        <a:buChar char="•"/>
                      </a:pPr>
                      <a:r>
                        <a:rPr lang="en-US" sz="800" kern="1200" dirty="0">
                          <a:solidFill>
                            <a:schemeClr val="dk1"/>
                          </a:solidFill>
                          <a:latin typeface="+mn-lt"/>
                          <a:ea typeface="+mn-ea"/>
                          <a:cs typeface="+mn-cs"/>
                        </a:rPr>
                        <a:t>Create Disaster Recovery Plan</a:t>
                      </a:r>
                    </a:p>
                    <a:p>
                      <a:pPr marL="60325" indent="-60325" algn="l" defTabSz="914400" rtl="0" eaLnBrk="1" latinLnBrk="0" hangingPunct="1">
                        <a:buFont typeface="Arial" panose="020B0604020202020204" pitchFamily="34" charset="0"/>
                        <a:buChar char="•"/>
                      </a:pPr>
                      <a:r>
                        <a:rPr lang="en-US" sz="800" kern="1200" dirty="0">
                          <a:solidFill>
                            <a:schemeClr val="dk1"/>
                          </a:solidFill>
                          <a:latin typeface="+mn-lt"/>
                          <a:ea typeface="+mn-ea"/>
                          <a:cs typeface="+mn-cs"/>
                        </a:rPr>
                        <a:t>Develops and Implements Security function</a:t>
                      </a:r>
                    </a:p>
                    <a:p>
                      <a:pPr marL="60325" indent="-60325" algn="l" defTabSz="914400" rtl="0" eaLnBrk="1" latinLnBrk="0" hangingPunct="1">
                        <a:buFont typeface="Arial" panose="020B0604020202020204" pitchFamily="34" charset="0"/>
                        <a:buChar char="•"/>
                      </a:pPr>
                      <a:r>
                        <a:rPr lang="en-US" sz="800" kern="1200" dirty="0">
                          <a:solidFill>
                            <a:schemeClr val="dk1"/>
                          </a:solidFill>
                          <a:latin typeface="+mn-lt"/>
                          <a:ea typeface="+mn-ea"/>
                          <a:cs typeface="+mn-cs"/>
                        </a:rPr>
                        <a:t>Review and if necessary expand out-tasking program</a:t>
                      </a:r>
                    </a:p>
                    <a:p>
                      <a:pPr marL="60325" indent="-60325" algn="l" defTabSz="914400" rtl="0" eaLnBrk="1" latinLnBrk="0" hangingPunct="1">
                        <a:buFont typeface="Arial" panose="020B0604020202020204" pitchFamily="34" charset="0"/>
                        <a:buChar char="•"/>
                      </a:pPr>
                      <a:r>
                        <a:rPr lang="en-US" sz="800" kern="1200" dirty="0">
                          <a:solidFill>
                            <a:schemeClr val="dk1"/>
                          </a:solidFill>
                          <a:latin typeface="+mn-lt"/>
                          <a:ea typeface="+mn-ea"/>
                          <a:cs typeface="+mn-cs"/>
                        </a:rPr>
                        <a:t>Develops overall IT technology roadmaps, reference architectures and portfolio of 2018 projects (TBD)</a:t>
                      </a:r>
                    </a:p>
                    <a:p>
                      <a:pPr marL="60325" indent="-60325" algn="l" defTabSz="914400" rtl="0" eaLnBrk="1" latinLnBrk="0" hangingPunct="1">
                        <a:buFont typeface="Arial" panose="020B0604020202020204" pitchFamily="34" charset="0"/>
                        <a:buChar char="•"/>
                      </a:pPr>
                      <a:r>
                        <a:rPr lang="en-US" sz="800" kern="1200" dirty="0">
                          <a:solidFill>
                            <a:schemeClr val="dk1"/>
                          </a:solidFill>
                          <a:latin typeface="+mn-lt"/>
                          <a:ea typeface="+mn-ea"/>
                          <a:cs typeface="+mn-cs"/>
                        </a:rPr>
                        <a:t>Develops and implement project portfolio governance and investment model with partners</a:t>
                      </a:r>
                    </a:p>
                  </a:txBody>
                  <a:tcPr/>
                </a:tc>
                <a:tc>
                  <a:txBody>
                    <a:bodyPr/>
                    <a:lstStyle/>
                    <a:p>
                      <a:pPr marL="60325" indent="-60325">
                        <a:buFont typeface="Arial" panose="020B0604020202020204" pitchFamily="34" charset="0"/>
                        <a:buChar char="•"/>
                      </a:pPr>
                      <a:r>
                        <a:rPr lang="en-US" sz="800" dirty="0"/>
                        <a:t>Reliable </a:t>
                      </a:r>
                    </a:p>
                    <a:p>
                      <a:pPr marL="60325" indent="-60325">
                        <a:buFont typeface="Arial" panose="020B0604020202020204" pitchFamily="34" charset="0"/>
                        <a:buChar char="•"/>
                      </a:pPr>
                      <a:r>
                        <a:rPr lang="en-US" sz="800" dirty="0"/>
                        <a:t>Discipled and demanding disciple from others</a:t>
                      </a:r>
                    </a:p>
                    <a:p>
                      <a:pPr marL="60325" indent="-60325">
                        <a:buFont typeface="Arial" panose="020B0604020202020204" pitchFamily="34" charset="0"/>
                        <a:buChar char="•"/>
                      </a:pPr>
                      <a:r>
                        <a:rPr lang="en-US" sz="800" dirty="0"/>
                        <a:t>Managerial courage</a:t>
                      </a:r>
                    </a:p>
                  </a:txBody>
                  <a:tcPr/>
                </a:tc>
                <a:tc>
                  <a:txBody>
                    <a:bodyPr/>
                    <a:lstStyle/>
                    <a:p>
                      <a:pPr marL="60325" indent="-60325">
                        <a:buFont typeface="Arial" panose="020B0604020202020204" pitchFamily="34" charset="0"/>
                        <a:buChar char="•"/>
                      </a:pPr>
                      <a:r>
                        <a:rPr lang="en-US" sz="800" dirty="0"/>
                        <a:t>Navigates level of abstractions from Strategy to Implementation</a:t>
                      </a:r>
                    </a:p>
                    <a:p>
                      <a:pPr marL="60325" indent="-60325">
                        <a:buFont typeface="Arial" panose="020B0604020202020204" pitchFamily="34" charset="0"/>
                        <a:buChar char="•"/>
                      </a:pPr>
                      <a:r>
                        <a:rPr lang="en-US" sz="800" dirty="0"/>
                        <a:t>Linear, pragmatic thinking</a:t>
                      </a:r>
                    </a:p>
                    <a:p>
                      <a:pPr marL="60325" indent="-60325">
                        <a:buFont typeface="Arial" panose="020B0604020202020204" pitchFamily="34" charset="0"/>
                        <a:buChar char="•"/>
                      </a:pPr>
                      <a:r>
                        <a:rPr lang="en-US" sz="800" dirty="0"/>
                        <a:t>Plan and organize function for growth</a:t>
                      </a:r>
                    </a:p>
                    <a:p>
                      <a:pPr marL="60325" indent="-60325">
                        <a:buFont typeface="Arial" panose="020B0604020202020204" pitchFamily="34" charset="0"/>
                        <a:buChar char="•"/>
                      </a:pPr>
                      <a:r>
                        <a:rPr lang="en-US" sz="800" dirty="0"/>
                        <a:t>Lateral thinking to contribute to overall technology effort</a:t>
                      </a:r>
                    </a:p>
                    <a:p>
                      <a:pPr marL="60325" indent="-60325">
                        <a:buFont typeface="Arial" panose="020B0604020202020204" pitchFamily="34" charset="0"/>
                        <a:buChar char="•"/>
                      </a:pPr>
                      <a:r>
                        <a:rPr lang="en-US" sz="800" dirty="0"/>
                        <a:t>Visualize what good looks like and a plan to get there</a:t>
                      </a:r>
                    </a:p>
                    <a:p>
                      <a:pPr marL="60325" indent="-60325">
                        <a:buFont typeface="Arial" panose="020B0604020202020204" pitchFamily="34" charset="0"/>
                        <a:buChar char="•"/>
                      </a:pPr>
                      <a:r>
                        <a:rPr lang="en-US" sz="800" dirty="0"/>
                        <a:t>Minimum conceptual/Architectural thinking to build repeatable solutions and processes (“Machine Thinking”)</a:t>
                      </a:r>
                    </a:p>
                    <a:p>
                      <a:pPr marL="60325" indent="-60325">
                        <a:buFont typeface="Arial" panose="020B0604020202020204" pitchFamily="34" charset="0"/>
                        <a:buChar char="•"/>
                      </a:pPr>
                      <a:r>
                        <a:rPr lang="en-US" sz="800" dirty="0"/>
                        <a:t>Function in dynamic environment, synthesize fast and learn on the fly</a:t>
                      </a:r>
                    </a:p>
                  </a:txBody>
                  <a:tcPr/>
                </a:tc>
                <a:tc>
                  <a:txBody>
                    <a:bodyPr/>
                    <a:lstStyle/>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dirty="0"/>
                        <a:t>Supervisory skills (hire/train/manage/coach/rate)</a:t>
                      </a:r>
                    </a:p>
                    <a:p>
                      <a:pPr marL="60325" indent="-60325">
                        <a:buFont typeface="Arial" panose="020B0604020202020204" pitchFamily="34" charset="0"/>
                        <a:buChar char="•"/>
                      </a:pPr>
                      <a:r>
                        <a:rPr lang="en-US" sz="800" dirty="0"/>
                        <a:t>Network, User Computing skills</a:t>
                      </a:r>
                    </a:p>
                    <a:p>
                      <a:pPr marL="60325" indent="-60325">
                        <a:buFont typeface="Arial" panose="020B0604020202020204" pitchFamily="34" charset="0"/>
                        <a:buChar char="•"/>
                      </a:pPr>
                      <a:r>
                        <a:rPr lang="en-US" sz="800" dirty="0"/>
                        <a:t>Cloud computing management</a:t>
                      </a:r>
                    </a:p>
                    <a:p>
                      <a:pPr marL="60325" indent="-60325">
                        <a:buFont typeface="Arial" panose="020B0604020202020204" pitchFamily="34" charset="0"/>
                        <a:buChar char="•"/>
                      </a:pPr>
                      <a:r>
                        <a:rPr lang="en-US" sz="800" dirty="0"/>
                        <a:t>Understanding of  IT security and risk management</a:t>
                      </a:r>
                    </a:p>
                    <a:p>
                      <a:pPr marL="60325" indent="-60325">
                        <a:buFont typeface="Arial" panose="020B0604020202020204" pitchFamily="34" charset="0"/>
                        <a:buChar char="•"/>
                      </a:pPr>
                      <a:r>
                        <a:rPr lang="en-US" sz="800" dirty="0"/>
                        <a:t>Vendor Management</a:t>
                      </a:r>
                    </a:p>
                    <a:p>
                      <a:pPr marL="60325" indent="-60325">
                        <a:buFont typeface="Arial" panose="020B0604020202020204" pitchFamily="34" charset="0"/>
                        <a:buChar char="•"/>
                      </a:pPr>
                      <a:r>
                        <a:rPr lang="en-US" sz="800" dirty="0"/>
                        <a:t>Program management</a:t>
                      </a:r>
                    </a:p>
                  </a:txBody>
                  <a:tcPr/>
                </a:tc>
                <a:tc>
                  <a:txBody>
                    <a:bodyPr/>
                    <a:lstStyle/>
                    <a:p>
                      <a:pPr marL="60325" indent="-60325">
                        <a:buFont typeface="Arial" panose="020B0604020202020204" pitchFamily="34" charset="0"/>
                        <a:buChar char="•"/>
                      </a:pPr>
                      <a:r>
                        <a:rPr lang="en-US" sz="800" dirty="0"/>
                        <a:t>Interim role for Gerardo</a:t>
                      </a:r>
                    </a:p>
                    <a:p>
                      <a:pPr marL="60325" indent="-60325">
                        <a:buFont typeface="Arial" panose="020B0604020202020204" pitchFamily="34" charset="0"/>
                        <a:buChar char="•"/>
                      </a:pPr>
                      <a:r>
                        <a:rPr lang="en-US" sz="800" dirty="0"/>
                        <a:t>Must increase time involved to at least 50% to support completion of 2018 goal working with CTO</a:t>
                      </a:r>
                    </a:p>
                    <a:p>
                      <a:pPr marL="60325" indent="-60325">
                        <a:buFont typeface="Arial" panose="020B0604020202020204" pitchFamily="34" charset="0"/>
                        <a:buChar char="•"/>
                      </a:pPr>
                      <a:r>
                        <a:rPr lang="en-US" sz="800" dirty="0"/>
                        <a:t>Need to decide by June 2018 about his growth path</a:t>
                      </a:r>
                    </a:p>
                    <a:p>
                      <a:pPr marL="60325" indent="-60325">
                        <a:buFont typeface="Arial" panose="020B0604020202020204" pitchFamily="34" charset="0"/>
                        <a:buChar char="•"/>
                      </a:pPr>
                      <a:r>
                        <a:rPr lang="en-US" sz="800" dirty="0"/>
                        <a:t>Full time job required by end-of-year</a:t>
                      </a:r>
                    </a:p>
                    <a:p>
                      <a:pPr marL="60325" indent="-60325">
                        <a:buFont typeface="Arial" panose="020B0604020202020204" pitchFamily="34" charset="0"/>
                        <a:buChar char="•"/>
                      </a:pPr>
                      <a:r>
                        <a:rPr lang="en-US" sz="800" dirty="0"/>
                        <a:t>In interim design, can also serve as performing role of IT Associate too in given domain</a:t>
                      </a:r>
                    </a:p>
                  </a:txBody>
                  <a:tcPr/>
                </a:tc>
                <a:extLst>
                  <a:ext uri="{0D108BD9-81ED-4DB2-BD59-A6C34878D82A}">
                    <a16:rowId xmlns="" xmlns:a16="http://schemas.microsoft.com/office/drawing/2014/main" val="196288814"/>
                  </a:ext>
                </a:extLst>
              </a:tr>
              <a:tr h="257442">
                <a:tc>
                  <a:txBody>
                    <a:bodyPr/>
                    <a:lstStyle/>
                    <a:p>
                      <a:r>
                        <a:rPr lang="en-US" sz="800" dirty="0"/>
                        <a:t>IT Associates</a:t>
                      </a:r>
                    </a:p>
                    <a:p>
                      <a:r>
                        <a:rPr lang="en-US" sz="800" dirty="0"/>
                        <a:t>(By Domain)</a:t>
                      </a:r>
                    </a:p>
                  </a:txBody>
                  <a:tcPr/>
                </a:tc>
                <a:tc>
                  <a:txBody>
                    <a:bodyPr/>
                    <a:lstStyle/>
                    <a:p>
                      <a:pPr marL="60325" indent="-60325">
                        <a:buFont typeface="Arial" panose="020B0604020202020204" pitchFamily="34" charset="0"/>
                        <a:buChar char="•"/>
                      </a:pPr>
                      <a:r>
                        <a:rPr lang="en-US" sz="800" dirty="0"/>
                        <a:t>Design and operates elements of the IT infrastructure based on core skills and understanding of IT infrastructure domains</a:t>
                      </a:r>
                    </a:p>
                    <a:p>
                      <a:pPr marL="60325" indent="-60325">
                        <a:buFont typeface="Arial" panose="020B0604020202020204" pitchFamily="34" charset="0"/>
                        <a:buChar char="•"/>
                      </a:pPr>
                      <a:r>
                        <a:rPr lang="en-US" sz="800" dirty="0"/>
                        <a:t>Works (with minimal direction) on short/mid term projects to implement new technology or processes</a:t>
                      </a:r>
                    </a:p>
                    <a:p>
                      <a:pPr marL="60325" indent="-60325">
                        <a:buFont typeface="Arial" panose="020B0604020202020204" pitchFamily="34" charset="0"/>
                        <a:buChar char="•"/>
                      </a:pPr>
                      <a:r>
                        <a:rPr lang="en-US" sz="800" dirty="0"/>
                        <a:t>Continuously improve overall technology mix at his/her domain level and across domains</a:t>
                      </a:r>
                    </a:p>
                  </a:txBody>
                  <a:tcPr/>
                </a:tc>
                <a:tc>
                  <a:txBody>
                    <a:bodyPr/>
                    <a:lstStyle/>
                    <a:p>
                      <a:pPr marL="60325" indent="-60325">
                        <a:buFont typeface="Arial" panose="020B0604020202020204" pitchFamily="34" charset="0"/>
                        <a:buChar char="•"/>
                      </a:pPr>
                      <a:r>
                        <a:rPr lang="en-US" sz="800" dirty="0"/>
                        <a:t>Insures that key aspects of IT Infrastructure are operating at target SLA levels</a:t>
                      </a:r>
                    </a:p>
                    <a:p>
                      <a:pPr marL="60325" indent="-60325">
                        <a:buFont typeface="Arial" panose="020B0604020202020204" pitchFamily="34" charset="0"/>
                        <a:buChar char="•"/>
                      </a:pPr>
                      <a:r>
                        <a:rPr lang="en-US" sz="800" dirty="0"/>
                        <a:t>Develops domain technology roadmap and target architecture with help of Head of IT</a:t>
                      </a:r>
                    </a:p>
                    <a:p>
                      <a:pPr marL="60325" indent="-60325">
                        <a:buFont typeface="Arial" panose="020B0604020202020204" pitchFamily="34" charset="0"/>
                        <a:buChar char="•"/>
                      </a:pPr>
                      <a:r>
                        <a:rPr lang="en-US" sz="800" dirty="0"/>
                        <a:t>Serves as SME to provide field support to internal clients</a:t>
                      </a:r>
                    </a:p>
                    <a:p>
                      <a:pPr marL="60325" indent="-60325">
                        <a:buFont typeface="Arial" panose="020B0604020202020204" pitchFamily="34" charset="0"/>
                        <a:buChar char="•"/>
                      </a:pPr>
                      <a:r>
                        <a:rPr lang="en-US" sz="800" dirty="0"/>
                        <a:t>Develop understanding of how to contribute to client field support</a:t>
                      </a:r>
                    </a:p>
                  </a:txBody>
                  <a:tcPr/>
                </a:tc>
                <a:tc>
                  <a:txBody>
                    <a:bodyPr/>
                    <a:lstStyle/>
                    <a:p>
                      <a:pPr marL="60325" indent="-60325">
                        <a:buFont typeface="Arial" panose="020B0604020202020204" pitchFamily="34" charset="0"/>
                        <a:buChar char="•"/>
                      </a:pPr>
                      <a:r>
                        <a:rPr lang="en-US" sz="800" dirty="0"/>
                        <a:t>Reliable</a:t>
                      </a:r>
                    </a:p>
                    <a:p>
                      <a:pPr marL="60325" indent="-60325">
                        <a:buFont typeface="Arial" panose="020B0604020202020204" pitchFamily="34" charset="0"/>
                        <a:buChar char="•"/>
                      </a:pPr>
                      <a:r>
                        <a:rPr lang="en-US" sz="800" dirty="0"/>
                        <a:t>Open-minded </a:t>
                      </a:r>
                    </a:p>
                    <a:p>
                      <a:pPr marL="60325" indent="-60325">
                        <a:buFont typeface="Arial" panose="020B0604020202020204" pitchFamily="34" charset="0"/>
                        <a:buChar char="•"/>
                      </a:pPr>
                      <a:r>
                        <a:rPr lang="en-US" sz="800" dirty="0"/>
                        <a:t>Curious</a:t>
                      </a:r>
                    </a:p>
                    <a:p>
                      <a:pPr marL="60325" indent="-60325">
                        <a:buFont typeface="Arial" panose="020B0604020202020204" pitchFamily="34" charset="0"/>
                        <a:buChar char="•"/>
                      </a:pPr>
                      <a:r>
                        <a:rPr lang="en-US" sz="800" dirty="0"/>
                        <a:t>Enjoy operating autonomously but to contribute to the team</a:t>
                      </a:r>
                    </a:p>
                    <a:p>
                      <a:pPr marL="60325" indent="-60325">
                        <a:buFont typeface="Arial" panose="020B0604020202020204" pitchFamily="34" charset="0"/>
                        <a:buChar char="•"/>
                      </a:pPr>
                      <a:r>
                        <a:rPr lang="en-US" sz="800" dirty="0"/>
                        <a:t>Flexible</a:t>
                      </a:r>
                    </a:p>
                    <a:p>
                      <a:pPr marL="60325" indent="-60325">
                        <a:buFont typeface="Arial" panose="020B0604020202020204" pitchFamily="34" charset="0"/>
                        <a:buChar char="•"/>
                      </a:pPr>
                      <a:r>
                        <a:rPr lang="en-US" sz="800" dirty="0"/>
                        <a:t>Like technology but interested in solving larger, enterprise-level problems</a:t>
                      </a:r>
                    </a:p>
                  </a:txBody>
                  <a:tcPr/>
                </a:tc>
                <a:tc>
                  <a:txBody>
                    <a:bodyPr/>
                    <a:lstStyle/>
                    <a:p>
                      <a:pPr marL="60325" indent="-60325">
                        <a:buFont typeface="Arial" panose="020B0604020202020204" pitchFamily="34" charset="0"/>
                        <a:buChar char="•"/>
                      </a:pPr>
                      <a:r>
                        <a:rPr lang="en-US" sz="800" dirty="0"/>
                        <a:t>Ability to continuously improve Subject Matter Expertise over time</a:t>
                      </a:r>
                    </a:p>
                    <a:p>
                      <a:pPr marL="60325" indent="-60325">
                        <a:buFont typeface="Arial" panose="020B0604020202020204" pitchFamily="34" charset="0"/>
                        <a:buChar char="•"/>
                      </a:pPr>
                      <a:r>
                        <a:rPr lang="en-US" sz="800" dirty="0"/>
                        <a:t>Ability to acquire knowledge in lateral domains</a:t>
                      </a:r>
                    </a:p>
                    <a:p>
                      <a:pPr marL="60325" indent="-60325">
                        <a:buFont typeface="Arial" panose="020B0604020202020204" pitchFamily="34" charset="0"/>
                        <a:buChar char="•"/>
                      </a:pPr>
                      <a:r>
                        <a:rPr lang="en-US" sz="800" dirty="0"/>
                        <a:t>Ability to synthesize to develop repeatable process and solutions (+document them)</a:t>
                      </a:r>
                    </a:p>
                    <a:p>
                      <a:pPr marL="60325" indent="-60325">
                        <a:buFont typeface="Arial" panose="020B0604020202020204" pitchFamily="34" charset="0"/>
                        <a:buChar char="•"/>
                      </a:pPr>
                      <a:r>
                        <a:rPr lang="en-US" sz="800" dirty="0"/>
                        <a:t>Strong machine thinking to operate and continuously improve machinery</a:t>
                      </a:r>
                    </a:p>
                    <a:p>
                      <a:pPr marL="60325" indent="-60325">
                        <a:buFont typeface="Arial" panose="020B0604020202020204" pitchFamily="34" charset="0"/>
                        <a:buChar char="•"/>
                      </a:pPr>
                      <a:r>
                        <a:rPr lang="en-US" sz="800" dirty="0"/>
                        <a:t>Strong user empathy</a:t>
                      </a:r>
                    </a:p>
                  </a:txBody>
                  <a:tcPr/>
                </a:tc>
                <a:tc>
                  <a:txBody>
                    <a:bodyPr/>
                    <a:lstStyle/>
                    <a:p>
                      <a:pPr marL="60325" indent="-60325">
                        <a:buFont typeface="Arial" panose="020B0604020202020204" pitchFamily="34" charset="0"/>
                        <a:buChar char="•"/>
                      </a:pPr>
                      <a:r>
                        <a:rPr lang="en-US" sz="800" dirty="0"/>
                        <a:t>Subject Matter Expertise in one or more domains</a:t>
                      </a:r>
                    </a:p>
                    <a:p>
                      <a:pPr marL="60325" indent="-60325">
                        <a:buFont typeface="Arial" panose="020B0604020202020204" pitchFamily="34" charset="0"/>
                        <a:buChar char="•"/>
                      </a:pPr>
                      <a:r>
                        <a:rPr lang="en-US" sz="800" dirty="0"/>
                        <a:t>Understanding of  software-based “Infrastructure:</a:t>
                      </a:r>
                    </a:p>
                    <a:p>
                      <a:pPr marL="60325" indent="-60325">
                        <a:buFont typeface="Arial" panose="020B0604020202020204" pitchFamily="34" charset="0"/>
                        <a:buChar char="•"/>
                      </a:pPr>
                      <a:r>
                        <a:rPr lang="en-US" sz="800" dirty="0"/>
                        <a:t>Basic understanding of security and risk management</a:t>
                      </a:r>
                    </a:p>
                    <a:p>
                      <a:pPr marL="60325" indent="-60325">
                        <a:buFont typeface="Arial" panose="020B0604020202020204" pitchFamily="34" charset="0"/>
                        <a:buChar char="•"/>
                      </a:pPr>
                      <a:r>
                        <a:rPr lang="en-US" sz="800" dirty="0"/>
                        <a:t>Certifications by domains</a:t>
                      </a:r>
                    </a:p>
                    <a:p>
                      <a:pPr marL="60325" indent="-60325">
                        <a:buFont typeface="Arial" panose="020B0604020202020204" pitchFamily="34" charset="0"/>
                        <a:buChar char="•"/>
                      </a:pPr>
                      <a:endParaRPr lang="en-US" sz="800" dirty="0"/>
                    </a:p>
                  </a:txBody>
                  <a:tcPr/>
                </a:tc>
                <a:tc>
                  <a:txBody>
                    <a:bodyPr/>
                    <a:lstStyle/>
                    <a:p>
                      <a:pPr marL="57150" indent="-57150">
                        <a:buFont typeface="Arial" panose="020B0604020202020204" pitchFamily="34" charset="0"/>
                        <a:buChar char="•"/>
                      </a:pPr>
                      <a:r>
                        <a:rPr lang="en-US" sz="800" dirty="0"/>
                        <a:t>Candidate for the jobs should have the growth potential to move to client-facing roles</a:t>
                      </a:r>
                    </a:p>
                    <a:p>
                      <a:pPr marL="57150" indent="-57150">
                        <a:buFont typeface="Arial" panose="020B0604020202020204" pitchFamily="34" charset="0"/>
                        <a:buChar char="•"/>
                      </a:pPr>
                      <a:r>
                        <a:rPr lang="en-US" sz="800" dirty="0"/>
                        <a:t>Role can be distributed across anyone in the Technology Team in short term/pinch</a:t>
                      </a:r>
                    </a:p>
                    <a:p>
                      <a:pPr marL="57150" indent="-57150">
                        <a:buFont typeface="Arial" panose="020B0604020202020204" pitchFamily="34" charset="0"/>
                        <a:buChar char="•"/>
                      </a:pPr>
                      <a:r>
                        <a:rPr lang="en-US" sz="800" dirty="0"/>
                        <a:t>Over time, at least one FTE by site (minimum required from all)</a:t>
                      </a:r>
                    </a:p>
                    <a:p>
                      <a:pPr marL="57150" indent="-57150">
                        <a:buFont typeface="Arial" panose="020B0604020202020204" pitchFamily="34" charset="0"/>
                        <a:buChar char="•"/>
                      </a:pPr>
                      <a:r>
                        <a:rPr lang="en-US" sz="800" dirty="0"/>
                        <a:t>Note this is a form of DevOps</a:t>
                      </a:r>
                    </a:p>
                  </a:txBody>
                  <a:tcPr/>
                </a:tc>
                <a:extLst>
                  <a:ext uri="{0D108BD9-81ED-4DB2-BD59-A6C34878D82A}">
                    <a16:rowId xmlns="" xmlns:a16="http://schemas.microsoft.com/office/drawing/2014/main" val="3537712600"/>
                  </a:ext>
                </a:extLst>
              </a:tr>
              <a:tr h="370840">
                <a:tc>
                  <a:txBody>
                    <a:bodyPr/>
                    <a:lstStyle/>
                    <a:p>
                      <a:r>
                        <a:rPr lang="en-US" sz="800" dirty="0"/>
                        <a:t>Outsourcing</a:t>
                      </a:r>
                    </a:p>
                  </a:txBody>
                  <a:tcPr/>
                </a:tc>
                <a:tc>
                  <a:txBody>
                    <a:bodyPr/>
                    <a:lstStyle/>
                    <a:p>
                      <a:pPr marL="60325" indent="-60325">
                        <a:buFont typeface="Arial" panose="020B0604020202020204" pitchFamily="34" charset="0"/>
                        <a:buChar char="•"/>
                      </a:pPr>
                      <a:r>
                        <a:rPr lang="en-US" sz="800" dirty="0"/>
                        <a:t>Supports IT Services by providing  repetitive MAC-like activities</a:t>
                      </a:r>
                    </a:p>
                    <a:p>
                      <a:pPr marL="60325" indent="-60325">
                        <a:buFont typeface="Arial" panose="020B0604020202020204" pitchFamily="34" charset="0"/>
                        <a:buChar char="•"/>
                      </a:pPr>
                      <a:r>
                        <a:rPr lang="en-US" sz="800" dirty="0"/>
                        <a:t>Provide SAS-like services for centralized IT management functions</a:t>
                      </a:r>
                    </a:p>
                  </a:txBody>
                  <a:tcPr/>
                </a:tc>
                <a:tc>
                  <a:txBody>
                    <a:bodyPr/>
                    <a:lstStyle/>
                    <a:p>
                      <a:r>
                        <a:rPr lang="en-US" sz="800" dirty="0"/>
                        <a:t>Operate at SLA levels</a:t>
                      </a:r>
                    </a:p>
                  </a:txBody>
                  <a:tcPr/>
                </a:tc>
                <a:tc gridSpan="3">
                  <a:txBody>
                    <a:bodyPr/>
                    <a:lstStyle/>
                    <a:p>
                      <a:r>
                        <a:rPr lang="en-US" sz="800" dirty="0"/>
                        <a:t>NA</a:t>
                      </a:r>
                    </a:p>
                  </a:txBody>
                  <a:tcPr/>
                </a:tc>
                <a:tc hMerge="1">
                  <a:txBody>
                    <a:bodyPr/>
                    <a:lstStyle/>
                    <a:p>
                      <a:endParaRPr lang="en-US" sz="600" dirty="0"/>
                    </a:p>
                  </a:txBody>
                  <a:tcPr/>
                </a:tc>
                <a:tc hMerge="1">
                  <a:txBody>
                    <a:bodyPr/>
                    <a:lstStyle/>
                    <a:p>
                      <a:endParaRPr lang="en-US" sz="600" dirty="0"/>
                    </a:p>
                  </a:txBody>
                  <a:tcPr/>
                </a:tc>
                <a:tc>
                  <a:txBody>
                    <a:bodyPr/>
                    <a:lstStyle/>
                    <a:p>
                      <a:pPr marL="60325" indent="-60325">
                        <a:buFont typeface="Arial" panose="020B0604020202020204" pitchFamily="34" charset="0"/>
                        <a:buChar char="•"/>
                      </a:pPr>
                      <a:r>
                        <a:rPr lang="en-US" sz="800" dirty="0"/>
                        <a:t>Service probably maintained/extended in 2018</a:t>
                      </a:r>
                    </a:p>
                    <a:p>
                      <a:pPr marL="60325" indent="-60325">
                        <a:buFont typeface="Arial" panose="020B0604020202020204" pitchFamily="34" charset="0"/>
                        <a:buChar char="•"/>
                      </a:pPr>
                      <a:r>
                        <a:rPr lang="en-US" sz="800" dirty="0"/>
                        <a:t>Additional services (e.g. service desk) to be introduced in 2019 based on demand - </a:t>
                      </a:r>
                      <a:r>
                        <a:rPr lang="en-US" sz="800" dirty="0" err="1"/>
                        <a:t>tbd</a:t>
                      </a:r>
                      <a:endParaRPr lang="en-US" sz="800" dirty="0"/>
                    </a:p>
                  </a:txBody>
                  <a:tcPr/>
                </a:tc>
                <a:extLst>
                  <a:ext uri="{0D108BD9-81ED-4DB2-BD59-A6C34878D82A}">
                    <a16:rowId xmlns="" xmlns:a16="http://schemas.microsoft.com/office/drawing/2014/main" val="785601599"/>
                  </a:ext>
                </a:extLst>
              </a:tr>
            </a:tbl>
          </a:graphicData>
        </a:graphic>
      </p:graphicFrame>
      <p:graphicFrame>
        <p:nvGraphicFramePr>
          <p:cNvPr id="9" name="Diagram 8">
            <a:extLst>
              <a:ext uri="{FF2B5EF4-FFF2-40B4-BE49-F238E27FC236}">
                <a16:creationId xmlns="" xmlns:a16="http://schemas.microsoft.com/office/drawing/2014/main" id="{B8B5462D-D163-4917-909A-9F71A7D72A59}"/>
              </a:ext>
            </a:extLst>
          </p:cNvPr>
          <p:cNvGraphicFramePr/>
          <p:nvPr>
            <p:extLst>
              <p:ext uri="{D42A27DB-BD31-4B8C-83A1-F6EECF244321}">
                <p14:modId xmlns:p14="http://schemas.microsoft.com/office/powerpoint/2010/main" val="2916147506"/>
              </p:ext>
            </p:extLst>
          </p:nvPr>
        </p:nvGraphicFramePr>
        <p:xfrm>
          <a:off x="7663452" y="163206"/>
          <a:ext cx="1420588" cy="6003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343065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C46702-3813-4008-BE1E-8444BF8B45FE}"/>
              </a:ext>
            </a:extLst>
          </p:cNvPr>
          <p:cNvSpPr>
            <a:spLocks noGrp="1"/>
          </p:cNvSpPr>
          <p:nvPr>
            <p:ph type="title"/>
          </p:nvPr>
        </p:nvSpPr>
        <p:spPr>
          <a:xfrm>
            <a:off x="628650" y="222848"/>
            <a:ext cx="7886700" cy="445196"/>
          </a:xfrm>
        </p:spPr>
        <p:txBody>
          <a:bodyPr>
            <a:normAutofit fontScale="90000"/>
          </a:bodyPr>
          <a:lstStyle/>
          <a:p>
            <a:r>
              <a:rPr lang="en-US" dirty="0"/>
              <a:t>Product Management </a:t>
            </a:r>
            <a:br>
              <a:rPr lang="en-US" dirty="0"/>
            </a:br>
            <a:r>
              <a:rPr lang="en-US" dirty="0"/>
              <a:t>Staffing Framework</a:t>
            </a:r>
          </a:p>
        </p:txBody>
      </p:sp>
      <p:sp>
        <p:nvSpPr>
          <p:cNvPr id="3" name="Content Placeholder 2">
            <a:extLst>
              <a:ext uri="{FF2B5EF4-FFF2-40B4-BE49-F238E27FC236}">
                <a16:creationId xmlns="" xmlns:a16="http://schemas.microsoft.com/office/drawing/2014/main" id="{1F74127C-AF42-4654-B228-6C88919F57D0}"/>
              </a:ext>
            </a:extLst>
          </p:cNvPr>
          <p:cNvSpPr>
            <a:spLocks noGrp="1"/>
          </p:cNvSpPr>
          <p:nvPr>
            <p:ph idx="1"/>
          </p:nvPr>
        </p:nvSpPr>
        <p:spPr>
          <a:xfrm>
            <a:off x="628650" y="832807"/>
            <a:ext cx="7886700" cy="5136183"/>
          </a:xfrm>
        </p:spPr>
        <p:txBody>
          <a:bodyPr>
            <a:noAutofit/>
          </a:bodyPr>
          <a:lstStyle/>
          <a:p>
            <a:r>
              <a:rPr lang="en-US" sz="1100" dirty="0"/>
              <a:t>Sub Org Role: Manages the set of processes to leverages client work or R&amp;D to produce assets </a:t>
            </a:r>
            <a:br>
              <a:rPr lang="en-US" sz="1100" dirty="0"/>
            </a:br>
            <a:r>
              <a:rPr lang="en-US" sz="1100" dirty="0"/>
              <a:t>creating value for clients (faster/better project execution) or CKM (through economy of scale, </a:t>
            </a:r>
            <a:br>
              <a:rPr lang="en-US" sz="1100" dirty="0"/>
            </a:br>
            <a:r>
              <a:rPr lang="en-US" sz="1100" dirty="0"/>
              <a:t>scope or market recognition )</a:t>
            </a:r>
          </a:p>
          <a:p>
            <a:r>
              <a:rPr lang="en-US" sz="1100" dirty="0"/>
              <a:t>Design parameters:</a:t>
            </a:r>
          </a:p>
          <a:p>
            <a:pPr lvl="1"/>
            <a:r>
              <a:rPr lang="en-US" sz="1100" dirty="0"/>
              <a:t>Key Products today: 2 (+1 dormant?), to extend to 4+ by 2019</a:t>
            </a:r>
          </a:p>
          <a:p>
            <a:pPr lvl="1"/>
            <a:r>
              <a:rPr lang="en-US" sz="1100" dirty="0"/>
              <a:t>Leverage some existing methodologies and/tools but necessitate to redesign most existing processes (collectively: machinery)</a:t>
            </a:r>
          </a:p>
          <a:p>
            <a:pPr lvl="1"/>
            <a:r>
              <a:rPr lang="en-US" sz="1100" dirty="0"/>
              <a:t>Assume no or little skills in basic product management skills (as defined in agile framework)</a:t>
            </a:r>
          </a:p>
          <a:p>
            <a:pPr lvl="1"/>
            <a:r>
              <a:rPr lang="en-US" sz="1100" dirty="0"/>
              <a:t>Not product map, reference architecture immediately available</a:t>
            </a:r>
          </a:p>
          <a:p>
            <a:pPr lvl="1"/>
            <a:r>
              <a:rPr lang="en-US" sz="1100" dirty="0"/>
              <a:t>Some infrastructure being developed (</a:t>
            </a:r>
            <a:r>
              <a:rPr lang="en-US" sz="1100" dirty="0" err="1"/>
              <a:t>e.g</a:t>
            </a:r>
            <a:r>
              <a:rPr lang="en-US" sz="1100" dirty="0"/>
              <a:t>, </a:t>
            </a:r>
            <a:r>
              <a:rPr lang="en-US" sz="1100" dirty="0" err="1"/>
              <a:t>datalake</a:t>
            </a:r>
            <a:r>
              <a:rPr lang="en-US" sz="1100" dirty="0"/>
              <a:t>) but probably need reboot to re-sync on goals and implementation trajectory/staffing </a:t>
            </a:r>
            <a:r>
              <a:rPr lang="en-US" sz="1100" dirty="0" err="1"/>
              <a:t>etc</a:t>
            </a:r>
            <a:r>
              <a:rPr lang="en-US" sz="1100" dirty="0"/>
              <a:t>… </a:t>
            </a:r>
          </a:p>
          <a:p>
            <a:r>
              <a:rPr lang="en-US" sz="1100" dirty="0"/>
              <a:t>Key Principles</a:t>
            </a:r>
          </a:p>
          <a:p>
            <a:pPr lvl="1"/>
            <a:r>
              <a:rPr lang="en-US" sz="1100" dirty="0"/>
              <a:t>Introduce Agile Product Management disciple </a:t>
            </a:r>
          </a:p>
          <a:p>
            <a:pPr lvl="1"/>
            <a:r>
              <a:rPr lang="en-US" sz="1100" dirty="0"/>
              <a:t>Decouple from Product Marketing (location TBD)</a:t>
            </a:r>
          </a:p>
          <a:p>
            <a:pPr lvl="1"/>
            <a:r>
              <a:rPr lang="en-US" sz="1100" dirty="0"/>
              <a:t>Designed to also introduce scrum-based development</a:t>
            </a:r>
          </a:p>
          <a:p>
            <a:pPr lvl="1"/>
            <a:r>
              <a:rPr lang="en-US" sz="1100" dirty="0"/>
              <a:t>Central role of Product Owner and Scrum Master to be defined and implemented</a:t>
            </a:r>
          </a:p>
          <a:p>
            <a:pPr lvl="1"/>
            <a:r>
              <a:rPr lang="en-US" sz="1100" dirty="0"/>
              <a:t>Product Owner can be set outside of Technology Organization but given immaturity of environment, design could be “Two in a Box” with Head of Technology + Partner-level champion</a:t>
            </a:r>
          </a:p>
          <a:p>
            <a:pPr lvl="1"/>
            <a:r>
              <a:rPr lang="en-US" sz="1100" dirty="0"/>
              <a:t>Scrum Master key hire (no one at this level available now) and can assume overall responsibility for the role</a:t>
            </a:r>
          </a:p>
          <a:p>
            <a:pPr lvl="1"/>
            <a:r>
              <a:rPr lang="en-US" sz="1100" dirty="0"/>
              <a:t>Will probably lead to some form of DevOps model (TBD) in collaboration with IT</a:t>
            </a:r>
          </a:p>
          <a:p>
            <a:pPr lvl="1"/>
            <a:r>
              <a:rPr lang="en-US" sz="1100" dirty="0"/>
              <a:t>Will need quick triage of existing project portfolio</a:t>
            </a:r>
          </a:p>
          <a:p>
            <a:r>
              <a:rPr lang="en-US" sz="1600" dirty="0"/>
              <a:t>Ability, Skills Overview and Hiring Strategy</a:t>
            </a:r>
          </a:p>
          <a:p>
            <a:pPr lvl="1"/>
            <a:r>
              <a:rPr lang="en-US" sz="1100" dirty="0"/>
              <a:t>Now: Development, Cloud-Computing (Docker + Infrastructure as Code,…), Continuous Integration / Continuous Testing</a:t>
            </a:r>
          </a:p>
          <a:p>
            <a:pPr lvl="1"/>
            <a:r>
              <a:rPr lang="en-US" sz="1100" dirty="0"/>
              <a:t>Overall knowledge/experience in DevOps and Agile development urgently needed</a:t>
            </a:r>
          </a:p>
          <a:p>
            <a:pPr lvl="1"/>
            <a:r>
              <a:rPr lang="en-US" sz="1100" dirty="0"/>
              <a:t>Hiring Strategy: </a:t>
            </a:r>
          </a:p>
          <a:p>
            <a:pPr lvl="2"/>
            <a:r>
              <a:rPr lang="en-US" sz="1000" dirty="0"/>
              <a:t>Has to determine knowledgebase / ability of existing people to pivot into the Scrum-based product management model – 50% chance existing people can get to that level (</a:t>
            </a:r>
            <a:r>
              <a:rPr lang="en-US" sz="1000" dirty="0" err="1"/>
              <a:t>tbd</a:t>
            </a:r>
            <a:r>
              <a:rPr lang="en-US" sz="1000" dirty="0"/>
              <a:t>)</a:t>
            </a:r>
          </a:p>
          <a:p>
            <a:pPr lvl="2"/>
            <a:r>
              <a:rPr lang="en-US" sz="1000" dirty="0"/>
              <a:t>Experience/interest in agile development a plus but can be learned on </a:t>
            </a:r>
          </a:p>
          <a:p>
            <a:pPr marL="350837" lvl="1" indent="0">
              <a:buNone/>
            </a:pPr>
            <a:endParaRPr lang="en-US" sz="2800" dirty="0"/>
          </a:p>
          <a:p>
            <a:endParaRPr lang="en-US" dirty="0"/>
          </a:p>
        </p:txBody>
      </p:sp>
      <p:sp>
        <p:nvSpPr>
          <p:cNvPr id="4" name="Date Placeholder 3">
            <a:extLst>
              <a:ext uri="{FF2B5EF4-FFF2-40B4-BE49-F238E27FC236}">
                <a16:creationId xmlns="" xmlns:a16="http://schemas.microsoft.com/office/drawing/2014/main" id="{2FFBB164-3AE5-4C1A-9557-A566ABED6B04}"/>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 xmlns:a16="http://schemas.microsoft.com/office/drawing/2014/main" id="{19E76167-FF6E-4A99-AC80-715644C8CFCA}"/>
              </a:ext>
            </a:extLst>
          </p:cNvPr>
          <p:cNvSpPr>
            <a:spLocks noGrp="1"/>
          </p:cNvSpPr>
          <p:nvPr>
            <p:ph type="ftr" sz="quarter" idx="11"/>
          </p:nvPr>
        </p:nvSpPr>
        <p:spPr/>
        <p:txBody>
          <a:bodyPr/>
          <a:lstStyle/>
          <a:p>
            <a:r>
              <a:rPr lang="en-US"/>
              <a:t>Discussion Document - Confidential – Not for Distribution</a:t>
            </a:r>
            <a:endParaRPr lang="en-US" dirty="0"/>
          </a:p>
        </p:txBody>
      </p:sp>
      <p:sp>
        <p:nvSpPr>
          <p:cNvPr id="6" name="Slide Number Placeholder 5">
            <a:extLst>
              <a:ext uri="{FF2B5EF4-FFF2-40B4-BE49-F238E27FC236}">
                <a16:creationId xmlns="" xmlns:a16="http://schemas.microsoft.com/office/drawing/2014/main" id="{F1F029FB-66E5-4970-A6FA-47ECEA3B5154}"/>
              </a:ext>
            </a:extLst>
          </p:cNvPr>
          <p:cNvSpPr>
            <a:spLocks noGrp="1"/>
          </p:cNvSpPr>
          <p:nvPr>
            <p:ph type="sldNum" sz="quarter" idx="12"/>
          </p:nvPr>
        </p:nvSpPr>
        <p:spPr/>
        <p:txBody>
          <a:bodyPr/>
          <a:lstStyle/>
          <a:p>
            <a:fld id="{3B15A6B3-2ED0-4305-B615-970F20C181DE}" type="datetime1">
              <a:rPr lang="en-US" smtClean="0"/>
              <a:pPr/>
              <a:t>2/28/18</a:t>
            </a:fld>
            <a:r>
              <a:rPr lang="en-US"/>
              <a:t>  - Page</a:t>
            </a:r>
            <a:fld id="{0E394E3E-819E-4067-BE3E-D7D3854741F1}" type="slidenum">
              <a:rPr lang="en-US" smtClean="0"/>
              <a:pPr/>
              <a:t>5</a:t>
            </a:fld>
            <a:endParaRPr lang="en-US" dirty="0"/>
          </a:p>
        </p:txBody>
      </p:sp>
      <p:graphicFrame>
        <p:nvGraphicFramePr>
          <p:cNvPr id="7" name="Diagram 6">
            <a:extLst>
              <a:ext uri="{FF2B5EF4-FFF2-40B4-BE49-F238E27FC236}">
                <a16:creationId xmlns="" xmlns:a16="http://schemas.microsoft.com/office/drawing/2014/main" id="{42324CC7-FFCD-4D08-AB68-E3B76403A492}"/>
              </a:ext>
            </a:extLst>
          </p:cNvPr>
          <p:cNvGraphicFramePr/>
          <p:nvPr>
            <p:extLst>
              <p:ext uri="{D42A27DB-BD31-4B8C-83A1-F6EECF244321}">
                <p14:modId xmlns:p14="http://schemas.microsoft.com/office/powerpoint/2010/main" val="1958544782"/>
              </p:ext>
            </p:extLst>
          </p:nvPr>
        </p:nvGraphicFramePr>
        <p:xfrm>
          <a:off x="6676912" y="349608"/>
          <a:ext cx="2464277" cy="10413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89406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C46702-3813-4008-BE1E-8444BF8B45FE}"/>
              </a:ext>
            </a:extLst>
          </p:cNvPr>
          <p:cNvSpPr>
            <a:spLocks noGrp="1"/>
          </p:cNvSpPr>
          <p:nvPr>
            <p:ph type="title"/>
          </p:nvPr>
        </p:nvSpPr>
        <p:spPr>
          <a:xfrm>
            <a:off x="628650" y="177878"/>
            <a:ext cx="7886700" cy="445196"/>
          </a:xfrm>
        </p:spPr>
        <p:txBody>
          <a:bodyPr>
            <a:normAutofit fontScale="90000"/>
          </a:bodyPr>
          <a:lstStyle/>
          <a:p>
            <a:r>
              <a:rPr lang="en-US" dirty="0"/>
              <a:t>Product Management </a:t>
            </a:r>
            <a:br>
              <a:rPr lang="en-US" dirty="0"/>
            </a:br>
            <a:r>
              <a:rPr lang="en-US" dirty="0"/>
              <a:t>Staffing Specifications and Implementation</a:t>
            </a:r>
          </a:p>
        </p:txBody>
      </p:sp>
      <p:sp>
        <p:nvSpPr>
          <p:cNvPr id="4" name="Date Placeholder 3">
            <a:extLst>
              <a:ext uri="{FF2B5EF4-FFF2-40B4-BE49-F238E27FC236}">
                <a16:creationId xmlns="" xmlns:a16="http://schemas.microsoft.com/office/drawing/2014/main" id="{2FFBB164-3AE5-4C1A-9557-A566ABED6B04}"/>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 xmlns:a16="http://schemas.microsoft.com/office/drawing/2014/main" id="{19E76167-FF6E-4A99-AC80-715644C8CFCA}"/>
              </a:ext>
            </a:extLst>
          </p:cNvPr>
          <p:cNvSpPr>
            <a:spLocks noGrp="1"/>
          </p:cNvSpPr>
          <p:nvPr>
            <p:ph type="ftr" sz="quarter" idx="11"/>
          </p:nvPr>
        </p:nvSpPr>
        <p:spPr/>
        <p:txBody>
          <a:bodyPr/>
          <a:lstStyle/>
          <a:p>
            <a:r>
              <a:rPr lang="en-US"/>
              <a:t>Discussion Document - Confidential – Not for Distribution</a:t>
            </a:r>
            <a:endParaRPr lang="en-US" dirty="0"/>
          </a:p>
        </p:txBody>
      </p:sp>
      <p:sp>
        <p:nvSpPr>
          <p:cNvPr id="6" name="Slide Number Placeholder 5">
            <a:extLst>
              <a:ext uri="{FF2B5EF4-FFF2-40B4-BE49-F238E27FC236}">
                <a16:creationId xmlns="" xmlns:a16="http://schemas.microsoft.com/office/drawing/2014/main" id="{F1F029FB-66E5-4970-A6FA-47ECEA3B5154}"/>
              </a:ext>
            </a:extLst>
          </p:cNvPr>
          <p:cNvSpPr>
            <a:spLocks noGrp="1"/>
          </p:cNvSpPr>
          <p:nvPr>
            <p:ph type="sldNum" sz="quarter" idx="12"/>
          </p:nvPr>
        </p:nvSpPr>
        <p:spPr/>
        <p:txBody>
          <a:bodyPr/>
          <a:lstStyle/>
          <a:p>
            <a:fld id="{3B15A6B3-2ED0-4305-B615-970F20C181DE}" type="datetime1">
              <a:rPr lang="en-US" smtClean="0"/>
              <a:pPr/>
              <a:t>2/28/18</a:t>
            </a:fld>
            <a:r>
              <a:rPr lang="en-US"/>
              <a:t>  - Page</a:t>
            </a:r>
            <a:fld id="{0E394E3E-819E-4067-BE3E-D7D3854741F1}" type="slidenum">
              <a:rPr lang="en-US" smtClean="0"/>
              <a:pPr/>
              <a:t>6</a:t>
            </a:fld>
            <a:endParaRPr lang="en-US" dirty="0"/>
          </a:p>
        </p:txBody>
      </p:sp>
      <p:graphicFrame>
        <p:nvGraphicFramePr>
          <p:cNvPr id="10" name="Table 9">
            <a:extLst>
              <a:ext uri="{FF2B5EF4-FFF2-40B4-BE49-F238E27FC236}">
                <a16:creationId xmlns="" xmlns:a16="http://schemas.microsoft.com/office/drawing/2014/main" id="{CC797902-02EA-4EAB-A09E-DCAABCE3C836}"/>
              </a:ext>
            </a:extLst>
          </p:cNvPr>
          <p:cNvGraphicFramePr>
            <a:graphicFrameLocks noGrp="1"/>
          </p:cNvGraphicFramePr>
          <p:nvPr>
            <p:extLst>
              <p:ext uri="{D42A27DB-BD31-4B8C-83A1-F6EECF244321}">
                <p14:modId xmlns:p14="http://schemas.microsoft.com/office/powerpoint/2010/main" val="1418244527"/>
              </p:ext>
            </p:extLst>
          </p:nvPr>
        </p:nvGraphicFramePr>
        <p:xfrm>
          <a:off x="434715" y="963610"/>
          <a:ext cx="8543457" cy="5765800"/>
        </p:xfrm>
        <a:graphic>
          <a:graphicData uri="http://schemas.openxmlformats.org/drawingml/2006/table">
            <a:tbl>
              <a:tblPr firstRow="1" bandRow="1">
                <a:tableStyleId>{5C22544A-7EE6-4342-B048-85BDC9FD1C3A}</a:tableStyleId>
              </a:tblPr>
              <a:tblGrid>
                <a:gridCol w="727023">
                  <a:extLst>
                    <a:ext uri="{9D8B030D-6E8A-4147-A177-3AD203B41FA5}">
                      <a16:colId xmlns="" xmlns:a16="http://schemas.microsoft.com/office/drawing/2014/main" val="3165143532"/>
                    </a:ext>
                  </a:extLst>
                </a:gridCol>
                <a:gridCol w="1603948">
                  <a:extLst>
                    <a:ext uri="{9D8B030D-6E8A-4147-A177-3AD203B41FA5}">
                      <a16:colId xmlns="" xmlns:a16="http://schemas.microsoft.com/office/drawing/2014/main" val="3510055176"/>
                    </a:ext>
                  </a:extLst>
                </a:gridCol>
                <a:gridCol w="1409075">
                  <a:extLst>
                    <a:ext uri="{9D8B030D-6E8A-4147-A177-3AD203B41FA5}">
                      <a16:colId xmlns="" xmlns:a16="http://schemas.microsoft.com/office/drawing/2014/main" val="891943517"/>
                    </a:ext>
                  </a:extLst>
                </a:gridCol>
                <a:gridCol w="1131757">
                  <a:extLst>
                    <a:ext uri="{9D8B030D-6E8A-4147-A177-3AD203B41FA5}">
                      <a16:colId xmlns="" xmlns:a16="http://schemas.microsoft.com/office/drawing/2014/main" val="2750427831"/>
                    </a:ext>
                  </a:extLst>
                </a:gridCol>
                <a:gridCol w="1341154">
                  <a:extLst>
                    <a:ext uri="{9D8B030D-6E8A-4147-A177-3AD203B41FA5}">
                      <a16:colId xmlns="" xmlns:a16="http://schemas.microsoft.com/office/drawing/2014/main" val="3948998727"/>
                    </a:ext>
                  </a:extLst>
                </a:gridCol>
                <a:gridCol w="1198074">
                  <a:extLst>
                    <a:ext uri="{9D8B030D-6E8A-4147-A177-3AD203B41FA5}">
                      <a16:colId xmlns="" xmlns:a16="http://schemas.microsoft.com/office/drawing/2014/main" val="3313668703"/>
                    </a:ext>
                  </a:extLst>
                </a:gridCol>
                <a:gridCol w="1132426">
                  <a:extLst>
                    <a:ext uri="{9D8B030D-6E8A-4147-A177-3AD203B41FA5}">
                      <a16:colId xmlns="" xmlns:a16="http://schemas.microsoft.com/office/drawing/2014/main" val="964838052"/>
                    </a:ext>
                  </a:extLst>
                </a:gridCol>
              </a:tblGrid>
              <a:tr h="370840">
                <a:tc>
                  <a:txBody>
                    <a:bodyPr/>
                    <a:lstStyle/>
                    <a:p>
                      <a:r>
                        <a:rPr lang="en-US" sz="600" dirty="0"/>
                        <a:t>Role</a:t>
                      </a:r>
                    </a:p>
                  </a:txBody>
                  <a:tcPr/>
                </a:tc>
                <a:tc>
                  <a:txBody>
                    <a:bodyPr/>
                    <a:lstStyle/>
                    <a:p>
                      <a:r>
                        <a:rPr lang="en-US" sz="600" dirty="0"/>
                        <a:t>Responsibilities</a:t>
                      </a:r>
                    </a:p>
                  </a:txBody>
                  <a:tcPr/>
                </a:tc>
                <a:tc>
                  <a:txBody>
                    <a:bodyPr/>
                    <a:lstStyle/>
                    <a:p>
                      <a:r>
                        <a:rPr lang="en-US" sz="600" dirty="0"/>
                        <a:t>2018 Goals</a:t>
                      </a:r>
                    </a:p>
                  </a:txBody>
                  <a:tcPr/>
                </a:tc>
                <a:tc>
                  <a:txBody>
                    <a:bodyPr/>
                    <a:lstStyle/>
                    <a:p>
                      <a:r>
                        <a:rPr lang="en-US" sz="600" dirty="0"/>
                        <a:t>Value Requirements</a:t>
                      </a:r>
                    </a:p>
                  </a:txBody>
                  <a:tcPr/>
                </a:tc>
                <a:tc>
                  <a:txBody>
                    <a:bodyPr/>
                    <a:lstStyle/>
                    <a:p>
                      <a:r>
                        <a:rPr lang="en-US" sz="600" dirty="0"/>
                        <a:t>Abilities Requirements</a:t>
                      </a:r>
                    </a:p>
                  </a:txBody>
                  <a:tcPr/>
                </a:tc>
                <a:tc>
                  <a:txBody>
                    <a:bodyPr/>
                    <a:lstStyle/>
                    <a:p>
                      <a:r>
                        <a:rPr lang="en-US" sz="600" dirty="0"/>
                        <a:t>Skill Requirements</a:t>
                      </a:r>
                    </a:p>
                  </a:txBody>
                  <a:tcPr/>
                </a:tc>
                <a:tc>
                  <a:txBody>
                    <a:bodyPr/>
                    <a:lstStyle/>
                    <a:p>
                      <a:r>
                        <a:rPr lang="en-US" sz="600" dirty="0"/>
                        <a:t>2018 Initial Implementation Considerations</a:t>
                      </a:r>
                    </a:p>
                  </a:txBody>
                  <a:tcPr/>
                </a:tc>
                <a:extLst>
                  <a:ext uri="{0D108BD9-81ED-4DB2-BD59-A6C34878D82A}">
                    <a16:rowId xmlns="" xmlns:a16="http://schemas.microsoft.com/office/drawing/2014/main" val="1834755985"/>
                  </a:ext>
                </a:extLst>
              </a:tr>
              <a:tr h="0">
                <a:tc>
                  <a:txBody>
                    <a:bodyPr/>
                    <a:lstStyle/>
                    <a:p>
                      <a:r>
                        <a:rPr lang="en-US" sz="600" kern="1200" dirty="0">
                          <a:solidFill>
                            <a:schemeClr val="dk1"/>
                          </a:solidFill>
                          <a:latin typeface="+mn-lt"/>
                          <a:ea typeface="+mn-ea"/>
                          <a:cs typeface="+mn-cs"/>
                        </a:rPr>
                        <a:t>Head of Product Management</a:t>
                      </a:r>
                    </a:p>
                  </a:txBody>
                  <a:tcPr/>
                </a:tc>
                <a:tc>
                  <a:txBody>
                    <a:bodyPr/>
                    <a:lstStyle/>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Leads CKM in developing repeatable revenues sources  </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Manages the set of process that leverages client work or R&amp;D to produce assets that can be used to create value for clients (faster/better) or CMK (through economy of scale, scope or market recognition )</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Organize the interaction between stakeholders: Product Owners, Scrum Master/Developer/management</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Keep the big picture to synthesize to management how the product pipeline is tracking against goals defined with partners</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Manage/Mentor  Product Owners as a thought leader </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Work with others in the org to cover the full Marketing discipline (</a:t>
                      </a:r>
                      <a:r>
                        <a:rPr lang="en-US" sz="600" kern="1200" dirty="0" err="1">
                          <a:solidFill>
                            <a:schemeClr val="dk1"/>
                          </a:solidFill>
                          <a:latin typeface="+mn-lt"/>
                          <a:ea typeface="+mn-ea"/>
                          <a:cs typeface="+mn-cs"/>
                        </a:rPr>
                        <a:t>eg</a:t>
                      </a:r>
                      <a:r>
                        <a:rPr lang="en-US" sz="600" kern="1200" dirty="0">
                          <a:solidFill>
                            <a:schemeClr val="dk1"/>
                          </a:solidFill>
                          <a:latin typeface="+mn-lt"/>
                          <a:ea typeface="+mn-ea"/>
                          <a:cs typeface="+mn-cs"/>
                        </a:rPr>
                        <a:t> Marketing Communications)</a:t>
                      </a:r>
                    </a:p>
                  </a:txBody>
                  <a:tcPr/>
                </a:tc>
                <a:tc>
                  <a:txBody>
                    <a:bodyPr/>
                    <a:lstStyle/>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Set up the role</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Lead the introduction of Scrum approach to product development</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Review and if necessary expand out-tasking program</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Develop overall IT technology roadmaps, reference architecture and portfolio of 2018 projects (TBD)</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Develop and implement project portfolio governance and investment model with partners</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Identify and manage sourcing options (UI…)</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600" kern="1200" dirty="0">
                        <a:solidFill>
                          <a:schemeClr val="dk1"/>
                        </a:solidFill>
                        <a:latin typeface="+mn-lt"/>
                        <a:ea typeface="+mn-ea"/>
                        <a:cs typeface="+mn-cs"/>
                      </a:endParaRPr>
                    </a:p>
                  </a:txBody>
                  <a:tcPr/>
                </a:tc>
                <a:tc>
                  <a:txBody>
                    <a:bodyPr/>
                    <a:lstStyle/>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Reliable </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Discipled and demanding disciple from others</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Values working in multidisciplinary domains </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Managerial courage to set realistic but superior goals</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600" kern="1200" dirty="0">
                        <a:solidFill>
                          <a:schemeClr val="dk1"/>
                        </a:solidFill>
                        <a:latin typeface="+mn-lt"/>
                        <a:ea typeface="+mn-ea"/>
                        <a:cs typeface="+mn-cs"/>
                      </a:endParaRPr>
                    </a:p>
                  </a:txBody>
                  <a:tcPr/>
                </a:tc>
                <a:tc>
                  <a:txBody>
                    <a:bodyPr/>
                    <a:lstStyle/>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Machine thinking</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Ability to hire and retain peop0le with high level of egos</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Ability to inspire the same with vision as well as pragmatic approach to problem solving</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Can navigate between creativity and systematic execution methodologies</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Superior synthesis skills to understand market dynamics and technology trends</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Ability to leverage SME knowledge to shape own agenda</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600" kern="1200" dirty="0">
                        <a:solidFill>
                          <a:schemeClr val="dk1"/>
                        </a:solidFill>
                        <a:latin typeface="+mn-lt"/>
                        <a:ea typeface="+mn-ea"/>
                        <a:cs typeface="+mn-cs"/>
                      </a:endParaRP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600" kern="1200" dirty="0">
                        <a:solidFill>
                          <a:schemeClr val="dk1"/>
                        </a:solidFill>
                        <a:latin typeface="+mn-lt"/>
                        <a:ea typeface="+mn-ea"/>
                        <a:cs typeface="+mn-cs"/>
                      </a:endParaRPr>
                    </a:p>
                  </a:txBody>
                  <a:tcPr/>
                </a:tc>
                <a:tc>
                  <a:txBody>
                    <a:bodyPr/>
                    <a:lstStyle/>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Practical understanding of Product Management in technology environment</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err="1">
                          <a:solidFill>
                            <a:schemeClr val="dk1"/>
                          </a:solidFill>
                          <a:latin typeface="+mn-lt"/>
                          <a:ea typeface="+mn-ea"/>
                          <a:cs typeface="+mn-cs"/>
                        </a:rPr>
                        <a:t>Srum</a:t>
                      </a:r>
                      <a:r>
                        <a:rPr lang="en-US" sz="600" kern="1200" dirty="0">
                          <a:solidFill>
                            <a:schemeClr val="dk1"/>
                          </a:solidFill>
                          <a:latin typeface="+mn-lt"/>
                          <a:ea typeface="+mn-ea"/>
                          <a:cs typeface="+mn-cs"/>
                        </a:rPr>
                        <a:t> experience or equivalent (Agile)</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Practical understanding of overall SDLC techniques</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Understanding of relevant tools (CICT,…_)</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Fundamental of Marketing discipline overall</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Communication and planning skills</a:t>
                      </a:r>
                    </a:p>
                  </a:txBody>
                  <a:tcPr/>
                </a:tc>
                <a:tc>
                  <a:txBody>
                    <a:bodyPr/>
                    <a:lstStyle/>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Interim role for CTO</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Also CTO performs Product Owner (in collaboration) with </a:t>
                      </a:r>
                    </a:p>
                  </a:txBody>
                  <a:tcPr/>
                </a:tc>
                <a:extLst>
                  <a:ext uri="{0D108BD9-81ED-4DB2-BD59-A6C34878D82A}">
                    <a16:rowId xmlns="" xmlns:a16="http://schemas.microsoft.com/office/drawing/2014/main" val="196288814"/>
                  </a:ext>
                </a:extLst>
              </a:tr>
              <a:tr h="158182">
                <a:tc>
                  <a:txBody>
                    <a:bodyPr/>
                    <a:lstStyle/>
                    <a:p>
                      <a:r>
                        <a:rPr lang="en-US" sz="600" dirty="0"/>
                        <a:t>Product Owner</a:t>
                      </a:r>
                    </a:p>
                  </a:txBody>
                  <a:tcPr/>
                </a:tc>
                <a:tc>
                  <a:txBody>
                    <a:bodyPr/>
                    <a:lstStyle/>
                    <a:p>
                      <a:pPr marL="60325" indent="-60325">
                        <a:buFont typeface="Arial" panose="020B0604020202020204" pitchFamily="34" charset="0"/>
                        <a:buChar char="•"/>
                      </a:pPr>
                      <a:r>
                        <a:rPr lang="en-US" sz="600" dirty="0"/>
                        <a:t>Owns the product success, balancing demand, delivery and other factors to produce solutions of ever increasing value to clients and the firm</a:t>
                      </a:r>
                    </a:p>
                    <a:p>
                      <a:pPr marL="60325" indent="-60325">
                        <a:buFont typeface="Arial" panose="020B0604020202020204" pitchFamily="34" charset="0"/>
                        <a:buChar char="•"/>
                      </a:pPr>
                      <a:r>
                        <a:rPr lang="en-US" sz="600" dirty="0"/>
                        <a:t>Plays a series of roles in shaping the dynamics of interaction </a:t>
                      </a:r>
                    </a:p>
                    <a:p>
                      <a:pPr marL="60325" indent="-60325">
                        <a:buFont typeface="Arial" panose="020B0604020202020204" pitchFamily="34" charset="0"/>
                        <a:buChar char="•"/>
                      </a:pPr>
                      <a:r>
                        <a:rPr lang="en-US" sz="600" dirty="0"/>
                        <a:t>Mostly but not exclusively serves as the voice of the customer but incented to find right compromises aligned with CKM’s overall strategic direction</a:t>
                      </a:r>
                    </a:p>
                  </a:txBody>
                  <a:tcPr/>
                </a:tc>
                <a:tc>
                  <a:txBody>
                    <a:bodyPr/>
                    <a:lstStyle/>
                    <a:p>
                      <a:pPr marL="60325" indent="-60325">
                        <a:buFont typeface="Arial" panose="020B0604020202020204" pitchFamily="34" charset="0"/>
                        <a:buChar char="•"/>
                      </a:pPr>
                      <a:r>
                        <a:rPr lang="en-US" sz="600" dirty="0"/>
                        <a:t>Establish Role</a:t>
                      </a:r>
                    </a:p>
                    <a:p>
                      <a:pPr marL="60325" indent="-60325">
                        <a:buFont typeface="Arial" panose="020B0604020202020204" pitchFamily="34" charset="0"/>
                        <a:buChar char="•"/>
                      </a:pPr>
                      <a:r>
                        <a:rPr lang="en-US" sz="600" dirty="0"/>
                        <a:t>Develop Product Roadmap, Feature pipeline and other typical artifacts required to implement the Product Management function</a:t>
                      </a:r>
                    </a:p>
                    <a:p>
                      <a:pPr marL="60325" indent="-60325">
                        <a:buFont typeface="Arial" panose="020B0604020202020204" pitchFamily="34" charset="0"/>
                        <a:buChar char="•"/>
                      </a:pPr>
                      <a:r>
                        <a:rPr lang="en-US" sz="600" dirty="0"/>
                        <a:t>Realize certain financial or other commercial objectives (TBD)</a:t>
                      </a:r>
                    </a:p>
                    <a:p>
                      <a:pPr marL="60325" indent="-60325">
                        <a:buFont typeface="Arial" panose="020B0604020202020204" pitchFamily="34" charset="0"/>
                        <a:buChar char="•"/>
                      </a:pPr>
                      <a:r>
                        <a:rPr lang="en-US" sz="600" dirty="0"/>
                        <a:t>Get smoothly integrated in the overall sales and marketing processes as force multiplier with clients of influencers as though leader with relevant point of view</a:t>
                      </a:r>
                    </a:p>
                    <a:p>
                      <a:pPr marL="60325" indent="-60325">
                        <a:buFont typeface="Arial" panose="020B0604020202020204" pitchFamily="34" charset="0"/>
                        <a:buChar char="•"/>
                      </a:pPr>
                      <a:endParaRPr lang="en-US" sz="600" dirty="0"/>
                    </a:p>
                  </a:txBody>
                  <a:tcPr/>
                </a:tc>
                <a:tc>
                  <a:txBody>
                    <a:bodyPr/>
                    <a:lstStyle/>
                    <a:p>
                      <a:pPr marL="60325" indent="-60325">
                        <a:buFont typeface="Arial" panose="020B0604020202020204" pitchFamily="34" charset="0"/>
                        <a:buChar char="•"/>
                      </a:pPr>
                      <a:r>
                        <a:rPr lang="en-US" sz="600" dirty="0"/>
                        <a:t>Open-minded </a:t>
                      </a:r>
                    </a:p>
                    <a:p>
                      <a:pPr marL="60325" indent="-60325">
                        <a:buFont typeface="Arial" panose="020B0604020202020204" pitchFamily="34" charset="0"/>
                        <a:buChar char="•"/>
                      </a:pPr>
                      <a:r>
                        <a:rPr lang="en-US" sz="600" dirty="0"/>
                        <a:t>Values collaborative effort towards achieving complex goals</a:t>
                      </a:r>
                    </a:p>
                    <a:p>
                      <a:pPr marL="60325" indent="-60325">
                        <a:buFont typeface="Arial" panose="020B0604020202020204" pitchFamily="34" charset="0"/>
                        <a:buChar char="•"/>
                      </a:pPr>
                      <a:r>
                        <a:rPr lang="en-US" sz="600" dirty="0"/>
                        <a:t>Tenacity</a:t>
                      </a:r>
                    </a:p>
                    <a:p>
                      <a:pPr marL="60325" indent="-60325">
                        <a:buFont typeface="Arial" panose="020B0604020202020204" pitchFamily="34" charset="0"/>
                        <a:buChar char="•"/>
                      </a:pPr>
                      <a:r>
                        <a:rPr lang="en-US" sz="600" dirty="0"/>
                        <a:t>Like technology but interested in solving larger, enterprise-level problems</a:t>
                      </a:r>
                    </a:p>
                  </a:txBody>
                  <a:tcPr/>
                </a:tc>
                <a:tc>
                  <a:txBody>
                    <a:bodyPr/>
                    <a:lstStyle/>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Ability to learn Practical understanding of Product Management in technology environment</a:t>
                      </a:r>
                    </a:p>
                    <a:p>
                      <a:pPr marL="60325" indent="-60325">
                        <a:buFont typeface="Arial" panose="020B0604020202020204" pitchFamily="34" charset="0"/>
                        <a:buChar char="•"/>
                      </a:pPr>
                      <a:r>
                        <a:rPr lang="en-US" sz="600" dirty="0"/>
                        <a:t>Synthesizing demand and competitive situation  </a:t>
                      </a:r>
                    </a:p>
                    <a:p>
                      <a:pPr marL="60325" indent="-60325">
                        <a:buFont typeface="Arial" panose="020B0604020202020204" pitchFamily="34" charset="0"/>
                        <a:buChar char="•"/>
                      </a:pPr>
                      <a:r>
                        <a:rPr lang="en-US" sz="600" dirty="0"/>
                        <a:t>Ability to function in a number of sometimes conflicting roles:</a:t>
                      </a:r>
                    </a:p>
                    <a:p>
                      <a:pPr marL="173038" lvl="1" indent="-112713">
                        <a:buFont typeface="Arial" panose="020B0604020202020204" pitchFamily="34" charset="0"/>
                        <a:buChar char="•"/>
                      </a:pPr>
                      <a:r>
                        <a:rPr lang="en-US" sz="600" dirty="0"/>
                        <a:t>Visionary AND doer</a:t>
                      </a:r>
                    </a:p>
                    <a:p>
                      <a:pPr marL="173038" lvl="1" indent="-112713">
                        <a:buFont typeface="Arial" panose="020B0604020202020204" pitchFamily="34" charset="0"/>
                        <a:buChar char="•"/>
                      </a:pPr>
                      <a:r>
                        <a:rPr lang="en-US" sz="600" dirty="0"/>
                        <a:t>Leader AND Team player</a:t>
                      </a:r>
                    </a:p>
                    <a:p>
                      <a:pPr marL="173038" lvl="1" indent="-112713">
                        <a:buFont typeface="Arial" panose="020B0604020202020204" pitchFamily="34" charset="0"/>
                        <a:buChar char="•"/>
                      </a:pPr>
                      <a:r>
                        <a:rPr lang="en-US" sz="600" dirty="0"/>
                        <a:t>Communicator AND Negotiator</a:t>
                      </a:r>
                    </a:p>
                    <a:p>
                      <a:pPr marL="173038" lvl="1" indent="-112713">
                        <a:buFont typeface="Arial" panose="020B0604020202020204" pitchFamily="34" charset="0"/>
                        <a:buChar char="•"/>
                      </a:pPr>
                      <a:r>
                        <a:rPr lang="en-US" sz="600" dirty="0"/>
                        <a:t>Technologist AND Marketeer</a:t>
                      </a:r>
                    </a:p>
                    <a:p>
                      <a:pPr marL="112713" lvl="0" indent="-112713">
                        <a:buFont typeface="Arial" panose="020B0604020202020204" pitchFamily="34" charset="0"/>
                        <a:buChar char="•"/>
                      </a:pPr>
                      <a:r>
                        <a:rPr lang="en-US" sz="600" dirty="0"/>
                        <a:t>Thus lateral and linear thinking required</a:t>
                      </a:r>
                    </a:p>
                    <a:p>
                      <a:pPr marL="112713" lvl="0" indent="-112713">
                        <a:buFont typeface="Arial" panose="020B0604020202020204" pitchFamily="34" charset="0"/>
                        <a:buChar char="•"/>
                      </a:pPr>
                      <a:r>
                        <a:rPr lang="en-US" sz="600" dirty="0"/>
                        <a:t>Ability to navigate levels of complexity</a:t>
                      </a:r>
                    </a:p>
                  </a:txBody>
                  <a:tcPr/>
                </a:tc>
                <a:tc>
                  <a:txBody>
                    <a:bodyPr/>
                    <a:lstStyle/>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This is not a skill-based role</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The required qualification is to serve as an honest </a:t>
                      </a:r>
                      <a:r>
                        <a:rPr lang="en-US" sz="600" kern="1200" dirty="0" err="1">
                          <a:solidFill>
                            <a:schemeClr val="dk1"/>
                          </a:solidFill>
                          <a:latin typeface="+mn-lt"/>
                          <a:ea typeface="+mn-ea"/>
                          <a:cs typeface="+mn-cs"/>
                        </a:rPr>
                        <a:t>brokerwithin</a:t>
                      </a:r>
                      <a:r>
                        <a:rPr lang="en-US" sz="600" kern="1200" dirty="0">
                          <a:solidFill>
                            <a:schemeClr val="dk1"/>
                          </a:solidFill>
                          <a:latin typeface="+mn-lt"/>
                          <a:ea typeface="+mn-ea"/>
                          <a:cs typeface="+mn-cs"/>
                        </a:rPr>
                        <a:t> the whole ecosystem</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dirty="0"/>
                        <a:t>Synthesis and communication and planning skills critical</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600" kern="1200" dirty="0">
                        <a:solidFill>
                          <a:schemeClr val="dk1"/>
                        </a:solidFill>
                        <a:latin typeface="+mn-lt"/>
                        <a:ea typeface="+mn-ea"/>
                        <a:cs typeface="+mn-cs"/>
                      </a:endParaRP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600" dirty="0"/>
                    </a:p>
                  </a:txBody>
                  <a:tcPr/>
                </a:tc>
                <a:tc>
                  <a:txBody>
                    <a:bodyPr/>
                    <a:lstStyle/>
                    <a:p>
                      <a:r>
                        <a:rPr lang="en-US" sz="600" dirty="0"/>
                        <a:t>Will use “</a:t>
                      </a:r>
                      <a:r>
                        <a:rPr lang="en-US" sz="600" dirty="0" err="1"/>
                        <a:t>Cjampions</a:t>
                      </a:r>
                      <a:r>
                        <a:rPr lang="en-US" sz="600" dirty="0"/>
                        <a:t>” at first at the partner level for a while until the role can be staffed (when product portfolio reaches critical mass that requires multi-line brand management)</a:t>
                      </a:r>
                    </a:p>
                  </a:txBody>
                  <a:tcPr/>
                </a:tc>
                <a:extLst>
                  <a:ext uri="{0D108BD9-81ED-4DB2-BD59-A6C34878D82A}">
                    <a16:rowId xmlns="" xmlns:a16="http://schemas.microsoft.com/office/drawing/2014/main" val="3537712600"/>
                  </a:ext>
                </a:extLst>
              </a:tr>
              <a:tr h="257442">
                <a:tc>
                  <a:txBody>
                    <a:bodyPr/>
                    <a:lstStyle/>
                    <a:p>
                      <a:r>
                        <a:rPr lang="en-US" sz="600" dirty="0"/>
                        <a:t>Scrum Master</a:t>
                      </a:r>
                    </a:p>
                  </a:txBody>
                  <a:tcPr/>
                </a:tc>
                <a:tc gridSpan="5">
                  <a:txBody>
                    <a:bodyPr/>
                    <a:lstStyle/>
                    <a:p>
                      <a:pPr marL="0" indent="0">
                        <a:buFont typeface="Arial" panose="020B0604020202020204" pitchFamily="34" charset="0"/>
                        <a:buNone/>
                      </a:pPr>
                      <a:r>
                        <a:rPr lang="en-US" sz="600" dirty="0"/>
                        <a:t>This is well know construct - Many equivalent definitions:</a:t>
                      </a:r>
                    </a:p>
                    <a:p>
                      <a:pPr marL="60325" indent="-60325">
                        <a:buFont typeface="Arial" panose="020B0604020202020204" pitchFamily="34" charset="0"/>
                        <a:buChar char="•"/>
                      </a:pPr>
                      <a:r>
                        <a:rPr lang="en-US" sz="600" dirty="0"/>
                        <a:t>The ScrumMaster is responsible for making sure a Scrum team lives by the values and practices of Scrum. The ScrumMaster is often considered a coach for the team, helping the team do the best work it possibly can. The ScrumMaster can also be thought of as a process owner for the team, creating a balance with the project's key stakeholder, who is referred to as the product owner.</a:t>
                      </a:r>
                    </a:p>
                    <a:p>
                      <a:pPr marL="60325" indent="-60325">
                        <a:buFont typeface="Arial" panose="020B0604020202020204" pitchFamily="34" charset="0"/>
                        <a:buChar char="•"/>
                      </a:pPr>
                      <a:r>
                        <a:rPr lang="en-US" sz="600" dirty="0"/>
                        <a:t>The ScrumMaster does anything possible to help the team perform at their highest level. This involves removing any impediments to progress, facilitating meetings, and doing things like working with the product owner to make sure the product backlog is in good shape and ready for the next sprint. The ScrumMaster role is commonly filled by a former project manager or a technical team leader but can be anyone.</a:t>
                      </a:r>
                    </a:p>
                    <a:p>
                      <a:pPr marL="60325" indent="-60325">
                        <a:buFont typeface="Arial" panose="020B0604020202020204" pitchFamily="34" charset="0"/>
                        <a:buChar char="•"/>
                      </a:pPr>
                      <a:r>
                        <a:rPr lang="en-US" sz="600" dirty="0"/>
                        <a:t>The ScrumMaster is also often viewed as a protector of the team. The most common example is that the ScrumMaster protects the team by making sure they do not over-commit themselves to what they can</a:t>
                      </a:r>
                    </a:p>
                    <a:p>
                      <a:pPr marL="0" indent="0">
                        <a:buFont typeface="Arial" panose="020B0604020202020204" pitchFamily="34" charset="0"/>
                        <a:buNone/>
                      </a:pPr>
                      <a:r>
                        <a:rPr lang="en-US" sz="600" dirty="0"/>
                        <a:t> achieve during a sprint due to pressure from an overly aggressive product owner. However, a good ScrumMaster also protects the team from complacency.</a:t>
                      </a:r>
                    </a:p>
                    <a:p>
                      <a:pPr marL="60325" indent="-60325">
                        <a:buFont typeface="Arial" panose="020B0604020202020204" pitchFamily="34" charset="0"/>
                        <a:buChar char="•"/>
                      </a:pPr>
                      <a:r>
                        <a:rPr lang="en-US" sz="600" dirty="0"/>
                        <a:t>The ScrumMaster does anything possible to help the team perform at their highest level. This involves removing any impediments to progress, facilitating meetings, and doing things like working with the product owner to make sure the product backlog is in good shape and ready for the next sprint. The ScrumMaster role is commonly filled by a former project manager or a technical team leader but can be anyone.</a:t>
                      </a:r>
                    </a:p>
                    <a:p>
                      <a:pPr marL="60325" indent="-60325">
                        <a:buFont typeface="Arial" panose="020B0604020202020204" pitchFamily="34" charset="0"/>
                        <a:buChar char="•"/>
                      </a:pPr>
                      <a:r>
                        <a:rPr lang="en-US" sz="600" dirty="0"/>
                        <a:t>The ScrumMaster is also often viewed as a protector of the team. The most common example is that the ScrumMaster protects the team by making sure they do not over-commit themselves to what they can achieve during a sprint due to pressure from an overly aggressive product owner. However, a good ScrumMaster also protects the team from complacency.</a:t>
                      </a:r>
                    </a:p>
                    <a:p>
                      <a:pPr marL="0" indent="0">
                        <a:buFont typeface="Arial" panose="020B0604020202020204" pitchFamily="34" charset="0"/>
                        <a:buNone/>
                      </a:pPr>
                      <a:endParaRPr lang="en-US" sz="600" dirty="0"/>
                    </a:p>
                  </a:txBody>
                  <a:tcPr/>
                </a:tc>
                <a:tc hMerge="1">
                  <a:txBody>
                    <a:bodyPr/>
                    <a:lstStyle/>
                    <a:p>
                      <a:pPr marL="60325" indent="-60325">
                        <a:buFont typeface="Arial" panose="020B0604020202020204" pitchFamily="34" charset="0"/>
                        <a:buChar char="•"/>
                      </a:pPr>
                      <a:endParaRPr lang="en-US" sz="600" dirty="0"/>
                    </a:p>
                  </a:txBody>
                  <a:tcPr/>
                </a:tc>
                <a:tc hMerge="1">
                  <a:txBody>
                    <a:bodyPr/>
                    <a:lstStyle/>
                    <a:p>
                      <a:pPr marL="60325" indent="-60325">
                        <a:buFont typeface="Arial" panose="020B0604020202020204" pitchFamily="34" charset="0"/>
                        <a:buChar char="•"/>
                      </a:pPr>
                      <a:endParaRPr lang="en-US" sz="600" dirty="0"/>
                    </a:p>
                  </a:txBody>
                  <a:tcPr/>
                </a:tc>
                <a:tc hMerge="1">
                  <a:txBody>
                    <a:bodyPr/>
                    <a:lstStyle/>
                    <a:p>
                      <a:pPr marL="60325" indent="-60325">
                        <a:buFont typeface="Arial" panose="020B0604020202020204" pitchFamily="34" charset="0"/>
                        <a:buChar char="•"/>
                      </a:pPr>
                      <a:endParaRPr lang="en-US" sz="600" dirty="0"/>
                    </a:p>
                  </a:txBody>
                  <a:tcPr/>
                </a:tc>
                <a:tc hMerge="1">
                  <a:txBody>
                    <a:bodyPr/>
                    <a:lstStyle/>
                    <a:p>
                      <a:pPr marL="60325" indent="-60325">
                        <a:buFont typeface="Arial" panose="020B0604020202020204" pitchFamily="34" charset="0"/>
                        <a:buChar char="•"/>
                      </a:pPr>
                      <a:endParaRPr lang="en-US" sz="600" dirty="0"/>
                    </a:p>
                  </a:txBody>
                  <a:tcPr/>
                </a:tc>
                <a:tc>
                  <a:txBody>
                    <a:bodyPr/>
                    <a:lstStyle/>
                    <a:p>
                      <a:r>
                        <a:rPr lang="en-US" sz="600" dirty="0"/>
                        <a:t>Unclear if anyone can step up to that role but can identify some interim leadership role, coached by CTO until external hire is completed</a:t>
                      </a:r>
                    </a:p>
                  </a:txBody>
                  <a:tcPr/>
                </a:tc>
                <a:extLst>
                  <a:ext uri="{0D108BD9-81ED-4DB2-BD59-A6C34878D82A}">
                    <a16:rowId xmlns="" xmlns:a16="http://schemas.microsoft.com/office/drawing/2014/main" val="3411105396"/>
                  </a:ext>
                </a:extLst>
              </a:tr>
              <a:tr h="257442">
                <a:tc>
                  <a:txBody>
                    <a:bodyPr/>
                    <a:lstStyle/>
                    <a:p>
                      <a:r>
                        <a:rPr lang="en-US" sz="600" dirty="0"/>
                        <a:t>Developer</a:t>
                      </a:r>
                    </a:p>
                  </a:txBody>
                  <a:tcPr/>
                </a:tc>
                <a:tc gridSpan="5">
                  <a:txBody>
                    <a:bodyPr/>
                    <a:lstStyle/>
                    <a:p>
                      <a:pPr marL="60325" indent="-60325">
                        <a:buFont typeface="Arial" panose="020B0604020202020204" pitchFamily="34" charset="0"/>
                        <a:buChar char="•"/>
                      </a:pPr>
                      <a:r>
                        <a:rPr lang="en-US" sz="600" dirty="0"/>
                        <a:t>By in large role unchanged from current definition</a:t>
                      </a:r>
                    </a:p>
                  </a:txBody>
                  <a:tcPr/>
                </a:tc>
                <a:tc hMerge="1">
                  <a:txBody>
                    <a:bodyPr/>
                    <a:lstStyle/>
                    <a:p>
                      <a:pPr marL="60325" indent="-60325">
                        <a:buFont typeface="Arial" panose="020B0604020202020204" pitchFamily="34" charset="0"/>
                        <a:buChar char="•"/>
                      </a:pPr>
                      <a:endParaRPr lang="en-US" sz="600" dirty="0"/>
                    </a:p>
                  </a:txBody>
                  <a:tcPr/>
                </a:tc>
                <a:tc hMerge="1">
                  <a:txBody>
                    <a:bodyPr/>
                    <a:lstStyle/>
                    <a:p>
                      <a:pPr marL="60325" indent="-60325">
                        <a:buFont typeface="Arial" panose="020B0604020202020204" pitchFamily="34" charset="0"/>
                        <a:buChar char="•"/>
                      </a:pPr>
                      <a:endParaRPr lang="en-US" sz="600" dirty="0"/>
                    </a:p>
                  </a:txBody>
                  <a:tcPr/>
                </a:tc>
                <a:tc hMerge="1">
                  <a:txBody>
                    <a:bodyPr/>
                    <a:lstStyle/>
                    <a:p>
                      <a:pPr marL="60325" indent="-60325">
                        <a:buFont typeface="Arial" panose="020B0604020202020204" pitchFamily="34" charset="0"/>
                        <a:buChar char="•"/>
                      </a:pPr>
                      <a:endParaRPr lang="en-US" sz="600" dirty="0"/>
                    </a:p>
                  </a:txBody>
                  <a:tcPr/>
                </a:tc>
                <a:tc hMerge="1">
                  <a:txBody>
                    <a:bodyPr/>
                    <a:lstStyle/>
                    <a:p>
                      <a:pPr marL="60325" indent="-60325">
                        <a:buFont typeface="Arial" panose="020B0604020202020204" pitchFamily="34" charset="0"/>
                        <a:buChar char="•"/>
                      </a:pPr>
                      <a:endParaRPr lang="en-US" sz="600" dirty="0"/>
                    </a:p>
                  </a:txBody>
                  <a:tcPr/>
                </a:tc>
                <a:tc>
                  <a:txBody>
                    <a:bodyPr/>
                    <a:lstStyle/>
                    <a:p>
                      <a:r>
                        <a:rPr lang="en-US" sz="600" dirty="0"/>
                        <a:t>Individual performance to be reviewed but existing job owner will continue that role while exposed to scrum and product management technique (others to be migrated to Field Support)</a:t>
                      </a:r>
                    </a:p>
                  </a:txBody>
                  <a:tcPr/>
                </a:tc>
                <a:extLst>
                  <a:ext uri="{0D108BD9-81ED-4DB2-BD59-A6C34878D82A}">
                    <a16:rowId xmlns="" xmlns:a16="http://schemas.microsoft.com/office/drawing/2014/main" val="98974270"/>
                  </a:ext>
                </a:extLst>
              </a:tr>
            </a:tbl>
          </a:graphicData>
        </a:graphic>
      </p:graphicFrame>
      <p:graphicFrame>
        <p:nvGraphicFramePr>
          <p:cNvPr id="9" name="Diagram 8">
            <a:extLst>
              <a:ext uri="{FF2B5EF4-FFF2-40B4-BE49-F238E27FC236}">
                <a16:creationId xmlns="" xmlns:a16="http://schemas.microsoft.com/office/drawing/2014/main" id="{B8B5462D-D163-4917-909A-9F71A7D72A59}"/>
              </a:ext>
            </a:extLst>
          </p:cNvPr>
          <p:cNvGraphicFramePr/>
          <p:nvPr>
            <p:extLst>
              <p:ext uri="{D42A27DB-BD31-4B8C-83A1-F6EECF244321}">
                <p14:modId xmlns:p14="http://schemas.microsoft.com/office/powerpoint/2010/main" val="1094612658"/>
              </p:ext>
            </p:extLst>
          </p:nvPr>
        </p:nvGraphicFramePr>
        <p:xfrm>
          <a:off x="7663452" y="163206"/>
          <a:ext cx="1420588" cy="6003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93796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C46702-3813-4008-BE1E-8444BF8B45FE}"/>
              </a:ext>
            </a:extLst>
          </p:cNvPr>
          <p:cNvSpPr>
            <a:spLocks noGrp="1"/>
          </p:cNvSpPr>
          <p:nvPr>
            <p:ph type="title"/>
          </p:nvPr>
        </p:nvSpPr>
        <p:spPr>
          <a:xfrm>
            <a:off x="628650" y="222848"/>
            <a:ext cx="7886700" cy="445196"/>
          </a:xfrm>
        </p:spPr>
        <p:txBody>
          <a:bodyPr>
            <a:normAutofit fontScale="90000"/>
          </a:bodyPr>
          <a:lstStyle/>
          <a:p>
            <a:r>
              <a:rPr lang="en-US" dirty="0"/>
              <a:t>Field Support</a:t>
            </a:r>
            <a:br>
              <a:rPr lang="en-US" dirty="0"/>
            </a:br>
            <a:r>
              <a:rPr lang="en-US" dirty="0"/>
              <a:t>Staffing Framework</a:t>
            </a:r>
          </a:p>
        </p:txBody>
      </p:sp>
      <p:sp>
        <p:nvSpPr>
          <p:cNvPr id="3" name="Content Placeholder 2">
            <a:extLst>
              <a:ext uri="{FF2B5EF4-FFF2-40B4-BE49-F238E27FC236}">
                <a16:creationId xmlns="" xmlns:a16="http://schemas.microsoft.com/office/drawing/2014/main" id="{1F74127C-AF42-4654-B228-6C88919F57D0}"/>
              </a:ext>
            </a:extLst>
          </p:cNvPr>
          <p:cNvSpPr>
            <a:spLocks noGrp="1"/>
          </p:cNvSpPr>
          <p:nvPr>
            <p:ph idx="1"/>
          </p:nvPr>
        </p:nvSpPr>
        <p:spPr>
          <a:xfrm>
            <a:off x="628650" y="832807"/>
            <a:ext cx="7886700" cy="5136183"/>
          </a:xfrm>
        </p:spPr>
        <p:txBody>
          <a:bodyPr>
            <a:noAutofit/>
          </a:bodyPr>
          <a:lstStyle/>
          <a:p>
            <a:r>
              <a:rPr lang="en-US" sz="1100" dirty="0"/>
              <a:t>Sub Org Role: Provides support to users throughout the execution of client projects </a:t>
            </a:r>
          </a:p>
          <a:p>
            <a:r>
              <a:rPr lang="en-US" sz="1100" dirty="0"/>
              <a:t>Design parameters:</a:t>
            </a:r>
          </a:p>
          <a:p>
            <a:pPr lvl="1"/>
            <a:r>
              <a:rPr lang="en-US" sz="1100" dirty="0"/>
              <a:t>Project start currently every 6 weeks, might ramp up to twice that rate</a:t>
            </a:r>
          </a:p>
          <a:p>
            <a:pPr lvl="1"/>
            <a:r>
              <a:rPr lang="en-US" sz="1100" dirty="0"/>
              <a:t>Basic start-up kit exists but no real “Cook-Book” shareable upfront with clients or implementable day 1</a:t>
            </a:r>
          </a:p>
          <a:p>
            <a:pPr lvl="1"/>
            <a:r>
              <a:rPr lang="en-US" sz="1100" dirty="0"/>
              <a:t>Can leverage some existing tribal knowledge/methodology and/ tools but will necessitate to harvest knowledge and synthesize into more formal/actionable assets at enterprise-strength level</a:t>
            </a:r>
          </a:p>
          <a:p>
            <a:pPr lvl="1"/>
            <a:r>
              <a:rPr lang="en-US" sz="1100" dirty="0"/>
              <a:t>Need to design for the entire life-cycle of project from pre-sales, to landing to execution and move to other deliverable model (e.g. SAS) or extension (i.e. client requires making analysis recurring vs. initial point in time snapshot)</a:t>
            </a:r>
          </a:p>
          <a:p>
            <a:r>
              <a:rPr lang="en-US" sz="1100" dirty="0"/>
              <a:t>Key Principles</a:t>
            </a:r>
          </a:p>
          <a:p>
            <a:pPr lvl="1"/>
            <a:r>
              <a:rPr lang="en-US" sz="1100" dirty="0"/>
              <a:t>Need to establish function as high-value added not a de facto/afterthought</a:t>
            </a:r>
          </a:p>
          <a:p>
            <a:pPr lvl="1"/>
            <a:r>
              <a:rPr lang="en-US" sz="1100" dirty="0"/>
              <a:t>In short term, we need at first “few good people”, ninja-types…</a:t>
            </a:r>
          </a:p>
          <a:p>
            <a:pPr marL="350837" lvl="1" indent="0">
              <a:buNone/>
            </a:pPr>
            <a:r>
              <a:rPr lang="en-US" sz="1100" dirty="0"/>
              <a:t>… but they need to be paired up (or also act as) knowledge harvester and methodology builder so that we move from “marine” to (agile) “army” model</a:t>
            </a:r>
          </a:p>
          <a:p>
            <a:pPr lvl="1"/>
            <a:r>
              <a:rPr lang="en-US" sz="1100" dirty="0"/>
              <a:t>Natural synergies with IT Services in terms of sharing people (rotations?) and knowledge need to be introduced and supported from day 1</a:t>
            </a:r>
          </a:p>
          <a:p>
            <a:pPr lvl="1"/>
            <a:r>
              <a:rPr lang="en-US" sz="1100" dirty="0"/>
              <a:t>Will also need to investigate “Appliance” approach (again to be developed by IT based on Field Support Requirements)</a:t>
            </a:r>
          </a:p>
          <a:p>
            <a:pPr lvl="1"/>
            <a:r>
              <a:rPr lang="en-US" sz="1100" dirty="0"/>
              <a:t>Need to confirm and size up demand quickly</a:t>
            </a:r>
          </a:p>
          <a:p>
            <a:pPr lvl="1"/>
            <a:r>
              <a:rPr lang="en-US" sz="1100" dirty="0"/>
              <a:t>Right framework necessitates having a company-wide model of what “Data Management Life Cycle” is as well as Security Standards (eventually job of Chief Architect + Chief Data Officer)</a:t>
            </a:r>
          </a:p>
          <a:p>
            <a:r>
              <a:rPr lang="en-US" sz="1100" dirty="0"/>
              <a:t>Ability, Skills Overview and Hiring Strategy</a:t>
            </a:r>
          </a:p>
          <a:p>
            <a:pPr lvl="1"/>
            <a:r>
              <a:rPr lang="en-US" sz="1100" dirty="0"/>
              <a:t>Now: Field experience built over time exists and can be immediately leveraged</a:t>
            </a:r>
          </a:p>
          <a:p>
            <a:pPr lvl="1"/>
            <a:r>
              <a:rPr lang="en-US" sz="1100" dirty="0"/>
              <a:t>Difficult but not impossible to hire for role “as is” </a:t>
            </a:r>
          </a:p>
          <a:p>
            <a:pPr lvl="1"/>
            <a:r>
              <a:rPr lang="en-US" sz="1100" dirty="0"/>
              <a:t>Will probably have to source from existing Product Development headcount (going through Reboot) to specialize around clients (particularly these clients who need a form of IQ Toolkit implementation now)</a:t>
            </a:r>
          </a:p>
          <a:p>
            <a:pPr lvl="1"/>
            <a:r>
              <a:rPr lang="en-US" sz="1100" dirty="0"/>
              <a:t>Need mix of key skills needed </a:t>
            </a:r>
            <a:r>
              <a:rPr lang="en-US" sz="1100"/>
              <a:t>in  infrastructure, data </a:t>
            </a:r>
            <a:r>
              <a:rPr lang="en-US" sz="1100" dirty="0"/>
              <a:t>management and security + personal skills (vis-à-vis supported clients)</a:t>
            </a:r>
          </a:p>
          <a:p>
            <a:pPr lvl="1"/>
            <a:endParaRPr lang="en-US" sz="1100" dirty="0"/>
          </a:p>
          <a:p>
            <a:pPr marL="350837" lvl="1" indent="0">
              <a:buNone/>
            </a:pPr>
            <a:endParaRPr lang="en-US" sz="2800" dirty="0"/>
          </a:p>
          <a:p>
            <a:endParaRPr lang="en-US" dirty="0"/>
          </a:p>
        </p:txBody>
      </p:sp>
      <p:sp>
        <p:nvSpPr>
          <p:cNvPr id="4" name="Date Placeholder 3">
            <a:extLst>
              <a:ext uri="{FF2B5EF4-FFF2-40B4-BE49-F238E27FC236}">
                <a16:creationId xmlns="" xmlns:a16="http://schemas.microsoft.com/office/drawing/2014/main" id="{2FFBB164-3AE5-4C1A-9557-A566ABED6B04}"/>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 xmlns:a16="http://schemas.microsoft.com/office/drawing/2014/main" id="{19E76167-FF6E-4A99-AC80-715644C8CFCA}"/>
              </a:ext>
            </a:extLst>
          </p:cNvPr>
          <p:cNvSpPr>
            <a:spLocks noGrp="1"/>
          </p:cNvSpPr>
          <p:nvPr>
            <p:ph type="ftr" sz="quarter" idx="11"/>
          </p:nvPr>
        </p:nvSpPr>
        <p:spPr/>
        <p:txBody>
          <a:bodyPr/>
          <a:lstStyle/>
          <a:p>
            <a:r>
              <a:rPr lang="en-US"/>
              <a:t>Discussion Document - Confidential – Not for Distribution</a:t>
            </a:r>
            <a:endParaRPr lang="en-US" dirty="0"/>
          </a:p>
        </p:txBody>
      </p:sp>
      <p:sp>
        <p:nvSpPr>
          <p:cNvPr id="6" name="Slide Number Placeholder 5">
            <a:extLst>
              <a:ext uri="{FF2B5EF4-FFF2-40B4-BE49-F238E27FC236}">
                <a16:creationId xmlns="" xmlns:a16="http://schemas.microsoft.com/office/drawing/2014/main" id="{F1F029FB-66E5-4970-A6FA-47ECEA3B5154}"/>
              </a:ext>
            </a:extLst>
          </p:cNvPr>
          <p:cNvSpPr>
            <a:spLocks noGrp="1"/>
          </p:cNvSpPr>
          <p:nvPr>
            <p:ph type="sldNum" sz="quarter" idx="12"/>
          </p:nvPr>
        </p:nvSpPr>
        <p:spPr/>
        <p:txBody>
          <a:bodyPr/>
          <a:lstStyle/>
          <a:p>
            <a:fld id="{3B15A6B3-2ED0-4305-B615-970F20C181DE}" type="datetime1">
              <a:rPr lang="en-US" smtClean="0"/>
              <a:pPr/>
              <a:t>2/28/18</a:t>
            </a:fld>
            <a:r>
              <a:rPr lang="en-US"/>
              <a:t>  - Page</a:t>
            </a:r>
            <a:fld id="{0E394E3E-819E-4067-BE3E-D7D3854741F1}" type="slidenum">
              <a:rPr lang="en-US" smtClean="0"/>
              <a:pPr/>
              <a:t>7</a:t>
            </a:fld>
            <a:endParaRPr lang="en-US" dirty="0"/>
          </a:p>
        </p:txBody>
      </p:sp>
      <p:graphicFrame>
        <p:nvGraphicFramePr>
          <p:cNvPr id="7" name="Diagram 6">
            <a:extLst>
              <a:ext uri="{FF2B5EF4-FFF2-40B4-BE49-F238E27FC236}">
                <a16:creationId xmlns="" xmlns:a16="http://schemas.microsoft.com/office/drawing/2014/main" id="{42324CC7-FFCD-4D08-AB68-E3B76403A492}"/>
              </a:ext>
            </a:extLst>
          </p:cNvPr>
          <p:cNvGraphicFramePr/>
          <p:nvPr>
            <p:extLst>
              <p:ext uri="{D42A27DB-BD31-4B8C-83A1-F6EECF244321}">
                <p14:modId xmlns:p14="http://schemas.microsoft.com/office/powerpoint/2010/main" val="610535133"/>
              </p:ext>
            </p:extLst>
          </p:nvPr>
        </p:nvGraphicFramePr>
        <p:xfrm>
          <a:off x="6676912" y="349608"/>
          <a:ext cx="2464277" cy="10413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464590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C46702-3813-4008-BE1E-8444BF8B45FE}"/>
              </a:ext>
            </a:extLst>
          </p:cNvPr>
          <p:cNvSpPr>
            <a:spLocks noGrp="1"/>
          </p:cNvSpPr>
          <p:nvPr>
            <p:ph type="title"/>
          </p:nvPr>
        </p:nvSpPr>
        <p:spPr>
          <a:xfrm>
            <a:off x="628650" y="177878"/>
            <a:ext cx="7886700" cy="445196"/>
          </a:xfrm>
        </p:spPr>
        <p:txBody>
          <a:bodyPr>
            <a:normAutofit fontScale="90000"/>
          </a:bodyPr>
          <a:lstStyle/>
          <a:p>
            <a:r>
              <a:rPr lang="en-US" dirty="0"/>
              <a:t>Field Support </a:t>
            </a:r>
            <a:br>
              <a:rPr lang="en-US" dirty="0"/>
            </a:br>
            <a:r>
              <a:rPr lang="en-US" dirty="0"/>
              <a:t>Staffing Specifications and Implementation</a:t>
            </a:r>
          </a:p>
        </p:txBody>
      </p:sp>
      <p:sp>
        <p:nvSpPr>
          <p:cNvPr id="4" name="Date Placeholder 3">
            <a:extLst>
              <a:ext uri="{FF2B5EF4-FFF2-40B4-BE49-F238E27FC236}">
                <a16:creationId xmlns="" xmlns:a16="http://schemas.microsoft.com/office/drawing/2014/main" id="{2FFBB164-3AE5-4C1A-9557-A566ABED6B04}"/>
              </a:ext>
            </a:extLst>
          </p:cNvPr>
          <p:cNvSpPr>
            <a:spLocks noGrp="1"/>
          </p:cNvSpPr>
          <p:nvPr>
            <p:ph type="dt" sz="half" idx="10"/>
          </p:nvPr>
        </p:nvSpPr>
        <p:spPr/>
        <p:txBody>
          <a:bodyPr/>
          <a:lstStyle/>
          <a:p>
            <a:endParaRPr lang="en-US" dirty="0"/>
          </a:p>
        </p:txBody>
      </p:sp>
      <p:graphicFrame>
        <p:nvGraphicFramePr>
          <p:cNvPr id="10" name="Table 9">
            <a:extLst>
              <a:ext uri="{FF2B5EF4-FFF2-40B4-BE49-F238E27FC236}">
                <a16:creationId xmlns="" xmlns:a16="http://schemas.microsoft.com/office/drawing/2014/main" id="{CC797902-02EA-4EAB-A09E-DCAABCE3C836}"/>
              </a:ext>
            </a:extLst>
          </p:cNvPr>
          <p:cNvGraphicFramePr>
            <a:graphicFrameLocks noGrp="1"/>
          </p:cNvGraphicFramePr>
          <p:nvPr>
            <p:extLst>
              <p:ext uri="{D42A27DB-BD31-4B8C-83A1-F6EECF244321}">
                <p14:modId xmlns:p14="http://schemas.microsoft.com/office/powerpoint/2010/main" val="2909756051"/>
              </p:ext>
            </p:extLst>
          </p:nvPr>
        </p:nvGraphicFramePr>
        <p:xfrm>
          <a:off x="472191" y="1016075"/>
          <a:ext cx="8543456" cy="4668520"/>
        </p:xfrm>
        <a:graphic>
          <a:graphicData uri="http://schemas.openxmlformats.org/drawingml/2006/table">
            <a:tbl>
              <a:tblPr firstRow="1" bandRow="1">
                <a:tableStyleId>{5C22544A-7EE6-4342-B048-85BDC9FD1C3A}</a:tableStyleId>
              </a:tblPr>
              <a:tblGrid>
                <a:gridCol w="591857">
                  <a:extLst>
                    <a:ext uri="{9D8B030D-6E8A-4147-A177-3AD203B41FA5}">
                      <a16:colId xmlns="" xmlns:a16="http://schemas.microsoft.com/office/drawing/2014/main" val="3165143532"/>
                    </a:ext>
                  </a:extLst>
                </a:gridCol>
                <a:gridCol w="1485283">
                  <a:extLst>
                    <a:ext uri="{9D8B030D-6E8A-4147-A177-3AD203B41FA5}">
                      <a16:colId xmlns="" xmlns:a16="http://schemas.microsoft.com/office/drawing/2014/main" val="3510055176"/>
                    </a:ext>
                  </a:extLst>
                </a:gridCol>
                <a:gridCol w="1419635">
                  <a:extLst>
                    <a:ext uri="{9D8B030D-6E8A-4147-A177-3AD203B41FA5}">
                      <a16:colId xmlns="" xmlns:a16="http://schemas.microsoft.com/office/drawing/2014/main" val="891943517"/>
                    </a:ext>
                  </a:extLst>
                </a:gridCol>
                <a:gridCol w="1375027">
                  <a:extLst>
                    <a:ext uri="{9D8B030D-6E8A-4147-A177-3AD203B41FA5}">
                      <a16:colId xmlns="" xmlns:a16="http://schemas.microsoft.com/office/drawing/2014/main" val="2750427831"/>
                    </a:ext>
                  </a:extLst>
                </a:gridCol>
                <a:gridCol w="1341154">
                  <a:extLst>
                    <a:ext uri="{9D8B030D-6E8A-4147-A177-3AD203B41FA5}">
                      <a16:colId xmlns="" xmlns:a16="http://schemas.microsoft.com/office/drawing/2014/main" val="3948998727"/>
                    </a:ext>
                  </a:extLst>
                </a:gridCol>
                <a:gridCol w="1198074">
                  <a:extLst>
                    <a:ext uri="{9D8B030D-6E8A-4147-A177-3AD203B41FA5}">
                      <a16:colId xmlns="" xmlns:a16="http://schemas.microsoft.com/office/drawing/2014/main" val="3313668703"/>
                    </a:ext>
                  </a:extLst>
                </a:gridCol>
                <a:gridCol w="1132426">
                  <a:extLst>
                    <a:ext uri="{9D8B030D-6E8A-4147-A177-3AD203B41FA5}">
                      <a16:colId xmlns="" xmlns:a16="http://schemas.microsoft.com/office/drawing/2014/main" val="964838052"/>
                    </a:ext>
                  </a:extLst>
                </a:gridCol>
              </a:tblGrid>
              <a:tr h="370840">
                <a:tc>
                  <a:txBody>
                    <a:bodyPr/>
                    <a:lstStyle/>
                    <a:p>
                      <a:r>
                        <a:rPr lang="en-US" sz="600" dirty="0"/>
                        <a:t>Role</a:t>
                      </a:r>
                    </a:p>
                  </a:txBody>
                  <a:tcPr/>
                </a:tc>
                <a:tc>
                  <a:txBody>
                    <a:bodyPr/>
                    <a:lstStyle/>
                    <a:p>
                      <a:r>
                        <a:rPr lang="en-US" sz="600" dirty="0"/>
                        <a:t>Responsibilities</a:t>
                      </a:r>
                    </a:p>
                  </a:txBody>
                  <a:tcPr/>
                </a:tc>
                <a:tc>
                  <a:txBody>
                    <a:bodyPr/>
                    <a:lstStyle/>
                    <a:p>
                      <a:r>
                        <a:rPr lang="en-US" sz="600" dirty="0"/>
                        <a:t>2018 Goals</a:t>
                      </a:r>
                    </a:p>
                  </a:txBody>
                  <a:tcPr/>
                </a:tc>
                <a:tc>
                  <a:txBody>
                    <a:bodyPr/>
                    <a:lstStyle/>
                    <a:p>
                      <a:r>
                        <a:rPr lang="en-US" sz="600" dirty="0"/>
                        <a:t>Value Requirements</a:t>
                      </a:r>
                    </a:p>
                  </a:txBody>
                  <a:tcPr/>
                </a:tc>
                <a:tc>
                  <a:txBody>
                    <a:bodyPr/>
                    <a:lstStyle/>
                    <a:p>
                      <a:r>
                        <a:rPr lang="en-US" sz="600" dirty="0"/>
                        <a:t>Abilities Requirements</a:t>
                      </a:r>
                    </a:p>
                  </a:txBody>
                  <a:tcPr/>
                </a:tc>
                <a:tc>
                  <a:txBody>
                    <a:bodyPr/>
                    <a:lstStyle/>
                    <a:p>
                      <a:r>
                        <a:rPr lang="en-US" sz="600" dirty="0"/>
                        <a:t>Skill Requirements</a:t>
                      </a:r>
                    </a:p>
                  </a:txBody>
                  <a:tcPr/>
                </a:tc>
                <a:tc>
                  <a:txBody>
                    <a:bodyPr/>
                    <a:lstStyle/>
                    <a:p>
                      <a:r>
                        <a:rPr lang="en-US" sz="600" dirty="0"/>
                        <a:t>2018 Initial Implementation Considerations</a:t>
                      </a:r>
                    </a:p>
                  </a:txBody>
                  <a:tcPr/>
                </a:tc>
                <a:extLst>
                  <a:ext uri="{0D108BD9-81ED-4DB2-BD59-A6C34878D82A}">
                    <a16:rowId xmlns="" xmlns:a16="http://schemas.microsoft.com/office/drawing/2014/main" val="1834755985"/>
                  </a:ext>
                </a:extLst>
              </a:tr>
              <a:tr h="351028">
                <a:tc>
                  <a:txBody>
                    <a:bodyPr/>
                    <a:lstStyle/>
                    <a:p>
                      <a:r>
                        <a:rPr lang="en-US" sz="600" dirty="0"/>
                        <a:t>Head of Field Support</a:t>
                      </a:r>
                    </a:p>
                  </a:txBody>
                  <a:tcPr/>
                </a:tc>
                <a:tc>
                  <a:txBody>
                    <a:bodyPr/>
                    <a:lstStyle/>
                    <a:p>
                      <a:pPr marL="60325" indent="-60325">
                        <a:buFont typeface="Arial" panose="020B0604020202020204" pitchFamily="34" charset="0"/>
                        <a:buChar char="•"/>
                      </a:pPr>
                      <a:r>
                        <a:rPr lang="en-US" sz="600" dirty="0"/>
                        <a:t>Responsible for enabling workers deployed at client sites to deliver high value early on and efficiently</a:t>
                      </a:r>
                    </a:p>
                    <a:p>
                      <a:pPr marL="60325" marR="0" lvl="0" indent="-6032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600" kern="1200" dirty="0">
                          <a:solidFill>
                            <a:schemeClr val="dk1"/>
                          </a:solidFill>
                          <a:latin typeface="+mn-lt"/>
                          <a:ea typeface="+mn-ea"/>
                          <a:cs typeface="+mn-cs"/>
                        </a:rPr>
                        <a:t>Personally oversee deployments while imbedded with team</a:t>
                      </a:r>
                    </a:p>
                    <a:p>
                      <a:pPr marL="60325" indent="-60325">
                        <a:buFont typeface="Arial" panose="020B0604020202020204" pitchFamily="34" charset="0"/>
                        <a:buChar char="•"/>
                      </a:pPr>
                      <a:r>
                        <a:rPr lang="en-US" sz="600" kern="1200" dirty="0">
                          <a:solidFill>
                            <a:schemeClr val="dk1"/>
                          </a:solidFill>
                          <a:latin typeface="+mn-lt"/>
                          <a:ea typeface="+mn-ea"/>
                          <a:cs typeface="+mn-cs"/>
                        </a:rPr>
                        <a:t>Visualize, plan and execute the programs designed to systematize the efficient execution of the goal</a:t>
                      </a:r>
                    </a:p>
                    <a:p>
                      <a:pPr marL="60325" indent="-60325">
                        <a:buFont typeface="Arial" panose="020B0604020202020204" pitchFamily="34" charset="0"/>
                        <a:buChar char="•"/>
                      </a:pPr>
                      <a:r>
                        <a:rPr lang="en-US" sz="600" kern="1200" dirty="0">
                          <a:solidFill>
                            <a:schemeClr val="dk1"/>
                          </a:solidFill>
                          <a:latin typeface="+mn-lt"/>
                          <a:ea typeface="+mn-ea"/>
                          <a:cs typeface="+mn-cs"/>
                        </a:rPr>
                        <a:t>Manage resources and they allocation to maximize value delivery</a:t>
                      </a:r>
                    </a:p>
                    <a:p>
                      <a:pPr marL="60325" indent="-60325">
                        <a:buFont typeface="Arial" panose="020B0604020202020204" pitchFamily="34" charset="0"/>
                        <a:buChar char="•"/>
                      </a:pPr>
                      <a:r>
                        <a:rPr lang="en-US" sz="600" kern="1200" dirty="0">
                          <a:solidFill>
                            <a:schemeClr val="dk1"/>
                          </a:solidFill>
                          <a:latin typeface="+mn-lt"/>
                          <a:ea typeface="+mn-ea"/>
                          <a:cs typeface="+mn-cs"/>
                        </a:rPr>
                        <a:t>Work closely with other functions to shape product management (</a:t>
                      </a:r>
                      <a:r>
                        <a:rPr lang="en-US" sz="600" kern="1200" dirty="0" err="1">
                          <a:solidFill>
                            <a:schemeClr val="dk1"/>
                          </a:solidFill>
                          <a:latin typeface="+mn-lt"/>
                          <a:ea typeface="+mn-ea"/>
                          <a:cs typeface="+mn-cs"/>
                        </a:rPr>
                        <a:t>eg</a:t>
                      </a:r>
                      <a:r>
                        <a:rPr lang="en-US" sz="600" kern="1200" dirty="0">
                          <a:solidFill>
                            <a:schemeClr val="dk1"/>
                          </a:solidFill>
                          <a:latin typeface="+mn-lt"/>
                          <a:ea typeface="+mn-ea"/>
                          <a:cs typeface="+mn-cs"/>
                        </a:rPr>
                        <a:t> product features) and other development (</a:t>
                      </a:r>
                      <a:r>
                        <a:rPr lang="en-US" sz="600" kern="1200" dirty="0" err="1">
                          <a:solidFill>
                            <a:schemeClr val="dk1"/>
                          </a:solidFill>
                          <a:latin typeface="+mn-lt"/>
                          <a:ea typeface="+mn-ea"/>
                          <a:cs typeface="+mn-cs"/>
                        </a:rPr>
                        <a:t>eg</a:t>
                      </a:r>
                      <a:r>
                        <a:rPr lang="en-US" sz="600" kern="1200" dirty="0">
                          <a:solidFill>
                            <a:schemeClr val="dk1"/>
                          </a:solidFill>
                          <a:latin typeface="+mn-lt"/>
                          <a:ea typeface="+mn-ea"/>
                          <a:cs typeface="+mn-cs"/>
                        </a:rPr>
                        <a:t> appliance)</a:t>
                      </a:r>
                    </a:p>
                    <a:p>
                      <a:pPr marL="60325" indent="-60325">
                        <a:buFont typeface="Arial" panose="020B0604020202020204" pitchFamily="34" charset="0"/>
                        <a:buChar char="•"/>
                      </a:pPr>
                      <a:r>
                        <a:rPr lang="en-US" sz="600" kern="1200" dirty="0">
                          <a:solidFill>
                            <a:schemeClr val="dk1"/>
                          </a:solidFill>
                          <a:latin typeface="+mn-lt"/>
                          <a:ea typeface="+mn-ea"/>
                          <a:cs typeface="+mn-cs"/>
                        </a:rPr>
                        <a:t>Hands-on leader</a:t>
                      </a:r>
                    </a:p>
                    <a:p>
                      <a:pPr marL="60325" indent="-60325">
                        <a:buFont typeface="Arial" panose="020B0604020202020204" pitchFamily="34" charset="0"/>
                        <a:buChar char="•"/>
                      </a:pPr>
                      <a:endParaRPr lang="en-US" sz="600" dirty="0"/>
                    </a:p>
                  </a:txBody>
                  <a:tcPr/>
                </a:tc>
                <a:tc>
                  <a:txBody>
                    <a:bodyPr/>
                    <a:lstStyle/>
                    <a:p>
                      <a:pPr marL="60325" indent="-60325" algn="l" defTabSz="914400" rtl="0" eaLnBrk="1" latinLnBrk="0" hangingPunct="1">
                        <a:buFont typeface="Arial" panose="020B0604020202020204" pitchFamily="34" charset="0"/>
                        <a:buChar char="•"/>
                      </a:pPr>
                      <a:r>
                        <a:rPr lang="en-US" sz="600" kern="1200" dirty="0">
                          <a:solidFill>
                            <a:schemeClr val="dk1"/>
                          </a:solidFill>
                          <a:latin typeface="+mn-lt"/>
                          <a:ea typeface="+mn-ea"/>
                          <a:cs typeface="+mn-cs"/>
                        </a:rPr>
                        <a:t>Grow the function as a high value component of CKM organization</a:t>
                      </a:r>
                    </a:p>
                    <a:p>
                      <a:pPr marL="60325" indent="-60325" algn="l" defTabSz="914400" rtl="0" eaLnBrk="1" latinLnBrk="0" hangingPunct="1">
                        <a:buFont typeface="Arial" panose="020B0604020202020204" pitchFamily="34" charset="0"/>
                        <a:buChar char="•"/>
                      </a:pPr>
                      <a:r>
                        <a:rPr lang="en-US" sz="600" kern="1200" dirty="0">
                          <a:solidFill>
                            <a:schemeClr val="dk1"/>
                          </a:solidFill>
                          <a:latin typeface="+mn-lt"/>
                          <a:ea typeface="+mn-ea"/>
                          <a:cs typeface="+mn-cs"/>
                        </a:rPr>
                        <a:t>Set up pipeline management plan based on demand</a:t>
                      </a:r>
                    </a:p>
                    <a:p>
                      <a:pPr marL="60325" indent="-60325" algn="l" defTabSz="914400" rtl="0" eaLnBrk="1" latinLnBrk="0" hangingPunct="1">
                        <a:buFont typeface="Arial" panose="020B0604020202020204" pitchFamily="34" charset="0"/>
                        <a:buChar char="•"/>
                      </a:pPr>
                      <a:r>
                        <a:rPr lang="en-US" sz="600" kern="1200" dirty="0">
                          <a:solidFill>
                            <a:schemeClr val="dk1"/>
                          </a:solidFill>
                          <a:latin typeface="+mn-lt"/>
                          <a:ea typeface="+mn-ea"/>
                          <a:cs typeface="+mn-cs"/>
                        </a:rPr>
                        <a:t>Select and (re) train team members </a:t>
                      </a:r>
                    </a:p>
                    <a:p>
                      <a:pPr marL="60325" indent="-60325" algn="l" defTabSz="914400" rtl="0" eaLnBrk="1" latinLnBrk="0" hangingPunct="1">
                        <a:buFont typeface="Arial" panose="020B0604020202020204" pitchFamily="34" charset="0"/>
                        <a:buChar char="•"/>
                      </a:pPr>
                      <a:r>
                        <a:rPr lang="en-US" sz="600" kern="1200" dirty="0">
                          <a:solidFill>
                            <a:schemeClr val="dk1"/>
                          </a:solidFill>
                          <a:latin typeface="+mn-lt"/>
                          <a:ea typeface="+mn-ea"/>
                          <a:cs typeface="+mn-cs"/>
                        </a:rPr>
                        <a:t>Review and if necessary expand out-tasking program as need be to support function (</a:t>
                      </a:r>
                      <a:r>
                        <a:rPr lang="en-US" sz="600" kern="1200" dirty="0" err="1">
                          <a:solidFill>
                            <a:schemeClr val="dk1"/>
                          </a:solidFill>
                          <a:latin typeface="+mn-lt"/>
                          <a:ea typeface="+mn-ea"/>
                          <a:cs typeface="+mn-cs"/>
                        </a:rPr>
                        <a:t>eg</a:t>
                      </a:r>
                      <a:r>
                        <a:rPr lang="en-US" sz="600" kern="1200" dirty="0">
                          <a:solidFill>
                            <a:schemeClr val="dk1"/>
                          </a:solidFill>
                          <a:latin typeface="+mn-lt"/>
                          <a:ea typeface="+mn-ea"/>
                          <a:cs typeface="+mn-cs"/>
                        </a:rPr>
                        <a:t> </a:t>
                      </a:r>
                      <a:r>
                        <a:rPr lang="en-US" sz="600" kern="1200" dirty="0" err="1">
                          <a:solidFill>
                            <a:schemeClr val="dk1"/>
                          </a:solidFill>
                          <a:latin typeface="+mn-lt"/>
                          <a:ea typeface="+mn-ea"/>
                          <a:cs typeface="+mn-cs"/>
                        </a:rPr>
                        <a:t>spype</a:t>
                      </a:r>
                      <a:r>
                        <a:rPr lang="en-US" sz="600" kern="1200" dirty="0">
                          <a:solidFill>
                            <a:schemeClr val="dk1"/>
                          </a:solidFill>
                          <a:latin typeface="+mn-lt"/>
                          <a:ea typeface="+mn-ea"/>
                          <a:cs typeface="+mn-cs"/>
                        </a:rPr>
                        <a:t> staffing)</a:t>
                      </a:r>
                    </a:p>
                    <a:p>
                      <a:pPr marL="60325" indent="-60325" algn="l" defTabSz="914400" rtl="0" eaLnBrk="1" latinLnBrk="0" hangingPunct="1">
                        <a:buFont typeface="Arial" panose="020B0604020202020204" pitchFamily="34" charset="0"/>
                        <a:buChar char="•"/>
                      </a:pPr>
                      <a:r>
                        <a:rPr lang="en-US" sz="600" kern="1200" dirty="0">
                          <a:solidFill>
                            <a:schemeClr val="dk1"/>
                          </a:solidFill>
                          <a:latin typeface="+mn-lt"/>
                          <a:ea typeface="+mn-ea"/>
                          <a:cs typeface="+mn-cs"/>
                        </a:rPr>
                        <a:t>Develop overall reference architecture and other assets (“Playbooks”) to systematize function</a:t>
                      </a:r>
                    </a:p>
                  </a:txBody>
                  <a:tcPr/>
                </a:tc>
                <a:tc>
                  <a:txBody>
                    <a:bodyPr/>
                    <a:lstStyle/>
                    <a:p>
                      <a:pPr marL="60325" indent="-60325">
                        <a:buFont typeface="Arial" panose="020B0604020202020204" pitchFamily="34" charset="0"/>
                        <a:buChar char="•"/>
                      </a:pPr>
                      <a:r>
                        <a:rPr lang="en-US" sz="600" dirty="0"/>
                        <a:t>“Head of Ninja” mindset</a:t>
                      </a:r>
                    </a:p>
                    <a:p>
                      <a:pPr marL="60325" indent="-60325">
                        <a:buFont typeface="Arial" panose="020B0604020202020204" pitchFamily="34" charset="0"/>
                        <a:buChar char="•"/>
                      </a:pPr>
                      <a:r>
                        <a:rPr lang="en-US" sz="600" dirty="0"/>
                        <a:t>Goal oriented , passionate about results</a:t>
                      </a:r>
                    </a:p>
                    <a:p>
                      <a:pPr marL="60325" indent="-60325">
                        <a:buFont typeface="Arial" panose="020B0604020202020204" pitchFamily="34" charset="0"/>
                        <a:buChar char="•"/>
                      </a:pPr>
                      <a:r>
                        <a:rPr lang="en-US" sz="600" dirty="0"/>
                        <a:t>Discipled and demanding disciple from others</a:t>
                      </a:r>
                    </a:p>
                    <a:p>
                      <a:pPr marL="60325" indent="-60325">
                        <a:buFont typeface="Arial" panose="020B0604020202020204" pitchFamily="34" charset="0"/>
                        <a:buChar char="•"/>
                      </a:pPr>
                      <a:r>
                        <a:rPr lang="en-US" sz="600" dirty="0"/>
                        <a:t>Like to build, not just execute</a:t>
                      </a:r>
                    </a:p>
                    <a:p>
                      <a:pPr marL="60325" indent="-60325">
                        <a:buFont typeface="Arial" panose="020B0604020202020204" pitchFamily="34" charset="0"/>
                        <a:buChar char="•"/>
                      </a:pPr>
                      <a:r>
                        <a:rPr lang="en-US" sz="600" dirty="0"/>
                        <a:t>Show empathy to users and likes to collaborate well with others to grow the function</a:t>
                      </a:r>
                    </a:p>
                  </a:txBody>
                  <a:tcPr/>
                </a:tc>
                <a:tc>
                  <a:txBody>
                    <a:bodyPr/>
                    <a:lstStyle/>
                    <a:p>
                      <a:pPr marL="60325" indent="-60325">
                        <a:buFont typeface="Arial" panose="020B0604020202020204" pitchFamily="34" charset="0"/>
                        <a:buChar char="•"/>
                      </a:pPr>
                      <a:r>
                        <a:rPr lang="en-US" sz="600" dirty="0"/>
                        <a:t>Pragmatic thinking</a:t>
                      </a:r>
                    </a:p>
                    <a:p>
                      <a:pPr marL="60325" indent="-60325">
                        <a:buFont typeface="Arial" panose="020B0604020202020204" pitchFamily="34" charset="0"/>
                        <a:buChar char="•"/>
                      </a:pPr>
                      <a:r>
                        <a:rPr lang="en-US" sz="600" dirty="0"/>
                        <a:t>Plan and organize function for growth</a:t>
                      </a:r>
                    </a:p>
                    <a:p>
                      <a:pPr marL="60325" indent="-60325">
                        <a:buFont typeface="Arial" panose="020B0604020202020204" pitchFamily="34" charset="0"/>
                        <a:buChar char="•"/>
                      </a:pPr>
                      <a:r>
                        <a:rPr lang="en-US" sz="600" dirty="0"/>
                        <a:t>Lateral thinking to find solutions</a:t>
                      </a:r>
                    </a:p>
                    <a:p>
                      <a:pPr marL="60325" indent="-60325">
                        <a:buFont typeface="Arial" panose="020B0604020202020204" pitchFamily="34" charset="0"/>
                        <a:buChar char="•"/>
                      </a:pPr>
                      <a:r>
                        <a:rPr lang="en-US" sz="600" dirty="0"/>
                        <a:t>Synthesis ability to create repeatable </a:t>
                      </a:r>
                    </a:p>
                    <a:p>
                      <a:pPr marL="60325" indent="-60325">
                        <a:buFont typeface="Arial" panose="020B0604020202020204" pitchFamily="34" charset="0"/>
                        <a:buChar char="•"/>
                      </a:pPr>
                      <a:r>
                        <a:rPr lang="en-US" sz="600" dirty="0"/>
                        <a:t>Visualize what good looks like and a plan to get there</a:t>
                      </a:r>
                    </a:p>
                    <a:p>
                      <a:pPr marL="60325" indent="-60325">
                        <a:buFont typeface="Arial" panose="020B0604020202020204" pitchFamily="34" charset="0"/>
                        <a:buChar char="•"/>
                      </a:pPr>
                      <a:r>
                        <a:rPr lang="en-US" sz="600" dirty="0"/>
                        <a:t>Synthesis and architectural thinking to build repeatable solutions and processes (“Machine Thinking”)</a:t>
                      </a:r>
                    </a:p>
                    <a:p>
                      <a:pPr marL="60325" indent="-60325">
                        <a:buFont typeface="Arial" panose="020B0604020202020204" pitchFamily="34" charset="0"/>
                        <a:buChar char="•"/>
                      </a:pPr>
                      <a:r>
                        <a:rPr lang="en-US" sz="600" dirty="0"/>
                        <a:t>Function in dynamic environment, synthesize fast and learn on the fly</a:t>
                      </a:r>
                    </a:p>
                    <a:p>
                      <a:pPr marL="60325" indent="-60325">
                        <a:buFont typeface="Arial" panose="020B0604020202020204" pitchFamily="34" charset="0"/>
                        <a:buChar char="•"/>
                      </a:pPr>
                      <a:r>
                        <a:rPr lang="en-US" sz="600" dirty="0"/>
                        <a:t>Ability to motivate team members and recruits help across the organization as needed</a:t>
                      </a:r>
                    </a:p>
                    <a:p>
                      <a:pPr marL="60325" indent="-60325">
                        <a:buFont typeface="Arial" panose="020B0604020202020204" pitchFamily="34" charset="0"/>
                        <a:buChar char="•"/>
                      </a:pPr>
                      <a:r>
                        <a:rPr lang="en-US" sz="600" dirty="0"/>
                        <a:t>Ability to teach others on the specifics of CKM solutions </a:t>
                      </a:r>
                    </a:p>
                    <a:p>
                      <a:pPr marL="60325" indent="-60325">
                        <a:buFont typeface="Arial" panose="020B0604020202020204" pitchFamily="34" charset="0"/>
                        <a:buChar char="•"/>
                      </a:pPr>
                      <a:r>
                        <a:rPr lang="en-US" sz="600" dirty="0"/>
                        <a:t>Ability to research and spearhead the development </a:t>
                      </a:r>
                      <a:r>
                        <a:rPr lang="en-US" sz="600" dirty="0" err="1"/>
                        <a:t>ogf</a:t>
                      </a:r>
                      <a:r>
                        <a:rPr lang="en-US" sz="600" dirty="0"/>
                        <a:t> new approach to solution deployment (</a:t>
                      </a:r>
                      <a:r>
                        <a:rPr lang="en-US" sz="600" dirty="0" err="1"/>
                        <a:t>eg</a:t>
                      </a:r>
                      <a:r>
                        <a:rPr lang="en-US" sz="600" dirty="0"/>
                        <a:t> Appliance, use of third parties)</a:t>
                      </a:r>
                    </a:p>
                  </a:txBody>
                  <a:tcPr/>
                </a:tc>
                <a:tc>
                  <a:txBody>
                    <a:bodyPr/>
                    <a:lstStyle/>
                    <a:p>
                      <a:pPr marL="60325" indent="-60325">
                        <a:buFont typeface="Arial" panose="020B0604020202020204" pitchFamily="34" charset="0"/>
                        <a:buChar char="•"/>
                      </a:pPr>
                      <a:r>
                        <a:rPr lang="en-US" sz="600" dirty="0"/>
                        <a:t>Network and Computing skills</a:t>
                      </a:r>
                    </a:p>
                    <a:p>
                      <a:pPr marL="60325" indent="-60325">
                        <a:buFont typeface="Arial" panose="020B0604020202020204" pitchFamily="34" charset="0"/>
                        <a:buChar char="•"/>
                      </a:pPr>
                      <a:r>
                        <a:rPr lang="en-US" sz="600" dirty="0"/>
                        <a:t>Practical understanding of data management techniques</a:t>
                      </a:r>
                    </a:p>
                    <a:p>
                      <a:pPr marL="60325" indent="-60325">
                        <a:buFont typeface="Arial" panose="020B0604020202020204" pitchFamily="34" charset="0"/>
                        <a:buChar char="•"/>
                      </a:pPr>
                      <a:r>
                        <a:rPr lang="en-US" sz="600" dirty="0"/>
                        <a:t>Understanding of  IT security and risk management</a:t>
                      </a:r>
                    </a:p>
                    <a:p>
                      <a:pPr marL="60325" indent="-60325">
                        <a:buFont typeface="Arial" panose="020B0604020202020204" pitchFamily="34" charset="0"/>
                        <a:buChar char="•"/>
                      </a:pPr>
                      <a:r>
                        <a:rPr lang="en-US" sz="600" dirty="0"/>
                        <a:t>Vendor Management</a:t>
                      </a:r>
                    </a:p>
                    <a:p>
                      <a:pPr marL="60325" indent="-60325">
                        <a:buFont typeface="Arial" panose="020B0604020202020204" pitchFamily="34" charset="0"/>
                        <a:buChar char="•"/>
                      </a:pPr>
                      <a:r>
                        <a:rPr lang="en-US" sz="600" dirty="0"/>
                        <a:t>Program management</a:t>
                      </a:r>
                    </a:p>
                    <a:p>
                      <a:pPr marL="60325" indent="-60325">
                        <a:buFont typeface="Arial" panose="020B0604020202020204" pitchFamily="34" charset="0"/>
                        <a:buChar char="•"/>
                      </a:pPr>
                      <a:r>
                        <a:rPr lang="en-US" sz="600" dirty="0"/>
                        <a:t>Supervisory skills</a:t>
                      </a:r>
                    </a:p>
                  </a:txBody>
                  <a:tcPr/>
                </a:tc>
                <a:tc>
                  <a:txBody>
                    <a:bodyPr/>
                    <a:lstStyle/>
                    <a:p>
                      <a:pPr marL="60325" indent="-60325">
                        <a:buFont typeface="Arial" panose="020B0604020202020204" pitchFamily="34" charset="0"/>
                        <a:buChar char="•"/>
                      </a:pPr>
                      <a:r>
                        <a:rPr lang="en-US" sz="600" dirty="0"/>
                        <a:t>Interim role for Marcus</a:t>
                      </a:r>
                    </a:p>
                    <a:p>
                      <a:pPr marL="60325" indent="-60325">
                        <a:buFont typeface="Arial" panose="020B0604020202020204" pitchFamily="34" charset="0"/>
                        <a:buChar char="•"/>
                      </a:pPr>
                      <a:r>
                        <a:rPr lang="en-US" sz="600" dirty="0"/>
                        <a:t>Must increase time involved to at least 75% to support completion of 2018 goal working with CTO</a:t>
                      </a:r>
                    </a:p>
                    <a:p>
                      <a:pPr marL="60325" indent="-60325">
                        <a:buFont typeface="Arial" panose="020B0604020202020204" pitchFamily="34" charset="0"/>
                        <a:buChar char="•"/>
                      </a:pPr>
                      <a:r>
                        <a:rPr lang="en-US" sz="600" dirty="0"/>
                        <a:t>Need to decide by June 2018 about his growth path</a:t>
                      </a:r>
                    </a:p>
                    <a:p>
                      <a:pPr marL="60325" indent="-60325">
                        <a:buFont typeface="Arial" panose="020B0604020202020204" pitchFamily="34" charset="0"/>
                        <a:buChar char="•"/>
                      </a:pPr>
                      <a:r>
                        <a:rPr lang="en-US" sz="600" dirty="0"/>
                        <a:t>Full time job required by -mid-year</a:t>
                      </a:r>
                    </a:p>
                    <a:p>
                      <a:pPr marL="60325" indent="-60325">
                        <a:buFont typeface="Arial" panose="020B0604020202020204" pitchFamily="34" charset="0"/>
                        <a:buChar char="•"/>
                      </a:pPr>
                      <a:r>
                        <a:rPr lang="en-US" sz="600" dirty="0"/>
                        <a:t>In interim design, can also  serve as performing role of Field Support  Associate</a:t>
                      </a:r>
                    </a:p>
                  </a:txBody>
                  <a:tcPr/>
                </a:tc>
                <a:extLst>
                  <a:ext uri="{0D108BD9-81ED-4DB2-BD59-A6C34878D82A}">
                    <a16:rowId xmlns="" xmlns:a16="http://schemas.microsoft.com/office/drawing/2014/main" val="196288814"/>
                  </a:ext>
                </a:extLst>
              </a:tr>
              <a:tr h="257442">
                <a:tc>
                  <a:txBody>
                    <a:bodyPr/>
                    <a:lstStyle/>
                    <a:p>
                      <a:r>
                        <a:rPr lang="en-US" sz="600" dirty="0"/>
                        <a:t>Field Support Associates</a:t>
                      </a:r>
                    </a:p>
                  </a:txBody>
                  <a:tcPr/>
                </a:tc>
                <a:tc>
                  <a:txBody>
                    <a:bodyPr/>
                    <a:lstStyle/>
                    <a:p>
                      <a:pPr marL="60325" indent="-60325">
                        <a:buFont typeface="Arial" panose="020B0604020202020204" pitchFamily="34" charset="0"/>
                        <a:buChar char="•"/>
                      </a:pPr>
                      <a:r>
                        <a:rPr lang="en-US" sz="600" dirty="0"/>
                        <a:t>Responsible for supporting CMK resources on the ground at clients sites or in project that requires new infrastructures to deliver value</a:t>
                      </a:r>
                    </a:p>
                    <a:p>
                      <a:pPr marL="60325" indent="-60325">
                        <a:buFont typeface="Arial" panose="020B0604020202020204" pitchFamily="34" charset="0"/>
                        <a:buChar char="•"/>
                      </a:pPr>
                      <a:r>
                        <a:rPr lang="en-US" sz="600" dirty="0"/>
                        <a:t>Cover the full life cycle of the project from planning deployment to deploying solutions to extending them as projects get extended</a:t>
                      </a:r>
                    </a:p>
                    <a:p>
                      <a:pPr marL="60325" indent="-60325">
                        <a:buFont typeface="Arial" panose="020B0604020202020204" pitchFamily="34" charset="0"/>
                        <a:buChar char="•"/>
                      </a:pPr>
                      <a:r>
                        <a:rPr lang="en-US" sz="600" dirty="0"/>
                        <a:t>Serve as “eyes and ears” of the organization to understand clients and CMK employees demands and provide input  the rest of the organization’s agenda (particularly for Product Management)</a:t>
                      </a:r>
                    </a:p>
                    <a:p>
                      <a:pPr marL="60325" indent="-60325">
                        <a:buFont typeface="Arial" panose="020B0604020202020204" pitchFamily="34" charset="0"/>
                        <a:buChar char="•"/>
                      </a:pPr>
                      <a:r>
                        <a:rPr lang="en-US" sz="600" dirty="0"/>
                        <a:t>Responsible for harvesting and compounding knowledge on an on-going basis to augment CNK’s knowledge base</a:t>
                      </a:r>
                    </a:p>
                    <a:p>
                      <a:pPr marL="60325" indent="-60325">
                        <a:buFont typeface="Arial" panose="020B0604020202020204" pitchFamily="34" charset="0"/>
                        <a:buChar char="•"/>
                      </a:pPr>
                      <a:r>
                        <a:rPr lang="en-US" sz="600" dirty="0"/>
                        <a:t>Contribute to the development of CLM’s cookbooks for deployment and management of technology at client sites</a:t>
                      </a:r>
                    </a:p>
                  </a:txBody>
                  <a:tcPr/>
                </a:tc>
                <a:tc>
                  <a:txBody>
                    <a:bodyPr/>
                    <a:lstStyle/>
                    <a:p>
                      <a:pPr marL="60325" indent="-60325">
                        <a:buFont typeface="Arial" panose="020B0604020202020204" pitchFamily="34" charset="0"/>
                        <a:buChar char="•"/>
                      </a:pPr>
                      <a:r>
                        <a:rPr lang="en-US" sz="600" dirty="0"/>
                        <a:t>Select Field Support Associates need to grow into the role</a:t>
                      </a:r>
                    </a:p>
                    <a:p>
                      <a:pPr marL="60325" indent="-60325">
                        <a:buFont typeface="Arial" panose="020B0604020202020204" pitchFamily="34" charset="0"/>
                        <a:buChar char="•"/>
                      </a:pPr>
                      <a:r>
                        <a:rPr lang="en-US" sz="600" dirty="0"/>
                        <a:t>Their goals will be set against responsibilities, i.e.:</a:t>
                      </a:r>
                    </a:p>
                    <a:p>
                      <a:pPr marL="60325" indent="-60325">
                        <a:buFont typeface="Arial" panose="020B0604020202020204" pitchFamily="34" charset="0"/>
                        <a:buChar char="•"/>
                      </a:pPr>
                      <a:r>
                        <a:rPr lang="en-US" sz="600" dirty="0"/>
                        <a:t>User satisfaction</a:t>
                      </a:r>
                    </a:p>
                    <a:p>
                      <a:pPr marL="60325" indent="-60325">
                        <a:buFont typeface="Arial" panose="020B0604020202020204" pitchFamily="34" charset="0"/>
                        <a:buChar char="•"/>
                      </a:pPr>
                      <a:r>
                        <a:rPr lang="en-US" sz="600" dirty="0"/>
                        <a:t>Measured or estimated value of bringing down implementation roadblocks</a:t>
                      </a:r>
                    </a:p>
                    <a:p>
                      <a:pPr marL="60325" indent="-60325">
                        <a:buFont typeface="Arial" panose="020B0604020202020204" pitchFamily="34" charset="0"/>
                        <a:buChar char="•"/>
                      </a:pPr>
                      <a:r>
                        <a:rPr lang="en-US" sz="600" dirty="0"/>
                        <a:t>Value of intellectual capital contributed to the practice</a:t>
                      </a:r>
                    </a:p>
                  </a:txBody>
                  <a:tcPr/>
                </a:tc>
                <a:tc>
                  <a:txBody>
                    <a:bodyPr/>
                    <a:lstStyle/>
                    <a:p>
                      <a:pPr marL="60325" indent="-60325">
                        <a:buFont typeface="Arial" panose="020B0604020202020204" pitchFamily="34" charset="0"/>
                        <a:buChar char="•"/>
                      </a:pPr>
                      <a:r>
                        <a:rPr lang="en-US" sz="600" dirty="0"/>
                        <a:t>“Ninja” mindset</a:t>
                      </a:r>
                    </a:p>
                    <a:p>
                      <a:pPr marL="60325" indent="-60325">
                        <a:buFont typeface="Arial" panose="020B0604020202020204" pitchFamily="34" charset="0"/>
                        <a:buChar char="•"/>
                      </a:pPr>
                      <a:r>
                        <a:rPr lang="en-US" sz="600" dirty="0"/>
                        <a:t>Goal oriented , passionate about user delight</a:t>
                      </a:r>
                    </a:p>
                    <a:p>
                      <a:pPr marL="60325" indent="-60325">
                        <a:buFont typeface="Arial" panose="020B0604020202020204" pitchFamily="34" charset="0"/>
                        <a:buChar char="•"/>
                      </a:pPr>
                      <a:r>
                        <a:rPr lang="en-US" sz="600" dirty="0"/>
                        <a:t>Curious and flexible</a:t>
                      </a:r>
                    </a:p>
                    <a:p>
                      <a:pPr marL="60325" indent="-60325">
                        <a:buFont typeface="Arial" panose="020B0604020202020204" pitchFamily="34" charset="0"/>
                        <a:buChar char="•"/>
                      </a:pPr>
                      <a:r>
                        <a:rPr lang="en-US" sz="600" dirty="0"/>
                        <a:t>Self-starter, bias for action</a:t>
                      </a:r>
                    </a:p>
                    <a:p>
                      <a:pPr marL="60325" indent="-60325">
                        <a:buFont typeface="Arial" panose="020B0604020202020204" pitchFamily="34" charset="0"/>
                        <a:buChar char="•"/>
                      </a:pPr>
                      <a:r>
                        <a:rPr lang="en-US" sz="600" dirty="0"/>
                        <a:t>Value mistakes as opportunity to learn</a:t>
                      </a:r>
                    </a:p>
                    <a:p>
                      <a:pPr marL="60325" indent="-60325">
                        <a:buFont typeface="Arial" panose="020B0604020202020204" pitchFamily="34" charset="0"/>
                        <a:buChar char="•"/>
                      </a:pPr>
                      <a:r>
                        <a:rPr lang="en-US" sz="600" dirty="0"/>
                        <a:t>Like to build, not just execute</a:t>
                      </a:r>
                    </a:p>
                    <a:p>
                      <a:pPr marL="60325" indent="-60325">
                        <a:buFont typeface="Arial" panose="020B0604020202020204" pitchFamily="34" charset="0"/>
                        <a:buChar char="•"/>
                      </a:pPr>
                      <a:r>
                        <a:rPr lang="en-US" sz="600" dirty="0"/>
                        <a:t>Show empathy to users</a:t>
                      </a:r>
                    </a:p>
                  </a:txBody>
                  <a:tcPr/>
                </a:tc>
                <a:tc>
                  <a:txBody>
                    <a:bodyPr/>
                    <a:lstStyle/>
                    <a:p>
                      <a:pPr marL="60325" indent="-60325">
                        <a:buFont typeface="Arial" panose="020B0604020202020204" pitchFamily="34" charset="0"/>
                        <a:buChar char="•"/>
                      </a:pPr>
                      <a:r>
                        <a:rPr lang="en-US" sz="600" dirty="0"/>
                        <a:t>General problem solving</a:t>
                      </a:r>
                    </a:p>
                    <a:p>
                      <a:pPr marL="60325" indent="-60325">
                        <a:buFont typeface="Arial" panose="020B0604020202020204" pitchFamily="34" charset="0"/>
                        <a:buChar char="•"/>
                      </a:pPr>
                      <a:r>
                        <a:rPr lang="en-US" sz="600" dirty="0"/>
                        <a:t>Identify patterns  and “connect the dots” to design repeatable solutions</a:t>
                      </a:r>
                    </a:p>
                    <a:p>
                      <a:pPr marL="60325" indent="-60325">
                        <a:buFont typeface="Arial" panose="020B0604020202020204" pitchFamily="34" charset="0"/>
                        <a:buChar char="•"/>
                      </a:pPr>
                      <a:r>
                        <a:rPr lang="en-US" sz="600" dirty="0"/>
                        <a:t>Pragmatic thinking</a:t>
                      </a:r>
                    </a:p>
                    <a:p>
                      <a:pPr marL="60325" indent="-60325">
                        <a:buFont typeface="Arial" panose="020B0604020202020204" pitchFamily="34" charset="0"/>
                        <a:buChar char="•"/>
                      </a:pPr>
                      <a:r>
                        <a:rPr lang="en-US" sz="600" dirty="0"/>
                        <a:t>Able to synthesize complex projects and extract “step1” action</a:t>
                      </a:r>
                    </a:p>
                    <a:p>
                      <a:pPr marL="60325" indent="-60325">
                        <a:buFont typeface="Arial" panose="020B0604020202020204" pitchFamily="34" charset="0"/>
                        <a:buChar char="•"/>
                      </a:pPr>
                      <a:r>
                        <a:rPr lang="en-US" sz="600" dirty="0"/>
                        <a:t>Visualize what good looks like and a plan to get there</a:t>
                      </a:r>
                    </a:p>
                    <a:p>
                      <a:pPr marL="60325" indent="-60325">
                        <a:buFont typeface="Arial" panose="020B0604020202020204" pitchFamily="34" charset="0"/>
                        <a:buChar char="•"/>
                      </a:pPr>
                      <a:r>
                        <a:rPr lang="en-US" sz="600" dirty="0"/>
                        <a:t>Function in dynamic environment, synthesize fast and learn on the fly</a:t>
                      </a:r>
                    </a:p>
                    <a:p>
                      <a:pPr marL="60325" indent="-60325">
                        <a:buFont typeface="Arial" panose="020B0604020202020204" pitchFamily="34" charset="0"/>
                        <a:buChar char="•"/>
                      </a:pPr>
                      <a:endParaRPr lang="en-US" sz="600" dirty="0"/>
                    </a:p>
                  </a:txBody>
                  <a:tcPr/>
                </a:tc>
                <a:tc>
                  <a:txBody>
                    <a:bodyPr/>
                    <a:lstStyle/>
                    <a:p>
                      <a:pPr marL="60325" indent="-60325">
                        <a:buFont typeface="Arial" panose="020B0604020202020204" pitchFamily="34" charset="0"/>
                        <a:buChar char="•"/>
                      </a:pPr>
                      <a:r>
                        <a:rPr lang="en-US" sz="600" dirty="0"/>
                        <a:t>Understanding of technology stack at the advanced practitioner level</a:t>
                      </a:r>
                    </a:p>
                    <a:p>
                      <a:pPr marL="60325" indent="-60325">
                        <a:buFont typeface="Arial" panose="020B0604020202020204" pitchFamily="34" charset="0"/>
                        <a:buChar char="•"/>
                      </a:pPr>
                      <a:r>
                        <a:rPr lang="en-US" sz="600" dirty="0"/>
                        <a:t>Understanding of  IT security and risk management</a:t>
                      </a:r>
                    </a:p>
                    <a:p>
                      <a:pPr marL="60325" indent="-60325">
                        <a:buFont typeface="Arial" panose="020B0604020202020204" pitchFamily="34" charset="0"/>
                        <a:buChar char="•"/>
                      </a:pPr>
                      <a:r>
                        <a:rPr lang="en-US" sz="600" dirty="0"/>
                        <a:t>Expertise in data access and life-cycle management</a:t>
                      </a:r>
                    </a:p>
                    <a:p>
                      <a:pPr marL="60325" indent="-60325">
                        <a:buFont typeface="Arial" panose="020B0604020202020204" pitchFamily="34" charset="0"/>
                        <a:buChar char="•"/>
                      </a:pPr>
                      <a:r>
                        <a:rPr lang="en-US" sz="600" dirty="0"/>
                        <a:t>Organization skills to operate well in chaotic environment</a:t>
                      </a:r>
                    </a:p>
                    <a:p>
                      <a:pPr marL="60325" indent="-60325">
                        <a:buFont typeface="Arial" panose="020B0604020202020204" pitchFamily="34" charset="0"/>
                        <a:buChar char="•"/>
                      </a:pPr>
                      <a:r>
                        <a:rPr lang="en-US" sz="600" dirty="0"/>
                        <a:t>Communication skills to explain issues and how they will be addressed</a:t>
                      </a:r>
                    </a:p>
                    <a:p>
                      <a:pPr marL="60325" indent="-60325">
                        <a:buFont typeface="Arial" panose="020B0604020202020204" pitchFamily="34" charset="0"/>
                        <a:buChar char="•"/>
                      </a:pPr>
                      <a:r>
                        <a:rPr lang="en-US" sz="600" dirty="0"/>
                        <a:t>Superior understanding of CKM specifics technology and solutions</a:t>
                      </a:r>
                    </a:p>
                    <a:p>
                      <a:pPr marL="60325" indent="-60325">
                        <a:buFont typeface="Arial" panose="020B0604020202020204" pitchFamily="34" charset="0"/>
                        <a:buChar char="•"/>
                      </a:pPr>
                      <a:endParaRPr lang="en-US" sz="600" dirty="0"/>
                    </a:p>
                  </a:txBody>
                  <a:tcPr/>
                </a:tc>
                <a:tc>
                  <a:txBody>
                    <a:bodyPr/>
                    <a:lstStyle/>
                    <a:p>
                      <a:r>
                        <a:rPr lang="en-US" sz="600" dirty="0"/>
                        <a:t>Need a few good Ninjas, perhaps from existing product groups especially if upcoming implementations deal with the deployment of IQ Toolkit</a:t>
                      </a:r>
                    </a:p>
                  </a:txBody>
                  <a:tcPr/>
                </a:tc>
                <a:extLst>
                  <a:ext uri="{0D108BD9-81ED-4DB2-BD59-A6C34878D82A}">
                    <a16:rowId xmlns="" xmlns:a16="http://schemas.microsoft.com/office/drawing/2014/main" val="3537712600"/>
                  </a:ext>
                </a:extLst>
              </a:tr>
            </a:tbl>
          </a:graphicData>
        </a:graphic>
      </p:graphicFrame>
      <p:graphicFrame>
        <p:nvGraphicFramePr>
          <p:cNvPr id="9" name="Diagram 8">
            <a:extLst>
              <a:ext uri="{FF2B5EF4-FFF2-40B4-BE49-F238E27FC236}">
                <a16:creationId xmlns="" xmlns:a16="http://schemas.microsoft.com/office/drawing/2014/main" id="{B8B5462D-D163-4917-909A-9F71A7D72A59}"/>
              </a:ext>
            </a:extLst>
          </p:cNvPr>
          <p:cNvGraphicFramePr/>
          <p:nvPr>
            <p:extLst>
              <p:ext uri="{D42A27DB-BD31-4B8C-83A1-F6EECF244321}">
                <p14:modId xmlns:p14="http://schemas.microsoft.com/office/powerpoint/2010/main" val="2417503997"/>
              </p:ext>
            </p:extLst>
          </p:nvPr>
        </p:nvGraphicFramePr>
        <p:xfrm>
          <a:off x="7663452" y="163206"/>
          <a:ext cx="1420588" cy="6003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Footer Placeholder 4">
            <a:extLst>
              <a:ext uri="{FF2B5EF4-FFF2-40B4-BE49-F238E27FC236}">
                <a16:creationId xmlns="" xmlns:a16="http://schemas.microsoft.com/office/drawing/2014/main" id="{E1EB89DF-34F3-4A6B-9F64-4C59088635C5}"/>
              </a:ext>
            </a:extLst>
          </p:cNvPr>
          <p:cNvSpPr>
            <a:spLocks noGrp="1"/>
          </p:cNvSpPr>
          <p:nvPr>
            <p:ph type="ftr" sz="quarter" idx="11"/>
          </p:nvPr>
        </p:nvSpPr>
        <p:spPr>
          <a:xfrm>
            <a:off x="3028950" y="6356351"/>
            <a:ext cx="3086100" cy="365125"/>
          </a:xfrm>
        </p:spPr>
        <p:txBody>
          <a:bodyPr/>
          <a:lstStyle/>
          <a:p>
            <a:r>
              <a:rPr lang="en-US"/>
              <a:t>Discussion Document - Confidential – Not for Distribution</a:t>
            </a:r>
            <a:endParaRPr lang="en-US" dirty="0"/>
          </a:p>
        </p:txBody>
      </p:sp>
      <p:sp>
        <p:nvSpPr>
          <p:cNvPr id="13" name="Slide Number Placeholder 5">
            <a:extLst>
              <a:ext uri="{FF2B5EF4-FFF2-40B4-BE49-F238E27FC236}">
                <a16:creationId xmlns="" xmlns:a16="http://schemas.microsoft.com/office/drawing/2014/main" id="{91E489C1-7B11-4AEE-AB14-131674B07E53}"/>
              </a:ext>
            </a:extLst>
          </p:cNvPr>
          <p:cNvSpPr>
            <a:spLocks noGrp="1"/>
          </p:cNvSpPr>
          <p:nvPr>
            <p:ph type="sldNum" sz="quarter" idx="12"/>
          </p:nvPr>
        </p:nvSpPr>
        <p:spPr>
          <a:xfrm>
            <a:off x="6457950" y="6356351"/>
            <a:ext cx="2057400" cy="365125"/>
          </a:xfrm>
        </p:spPr>
        <p:txBody>
          <a:bodyPr/>
          <a:lstStyle/>
          <a:p>
            <a:fld id="{3B15A6B3-2ED0-4305-B615-970F20C181DE}" type="datetime1">
              <a:rPr lang="en-US" smtClean="0"/>
              <a:pPr/>
              <a:t>2/28/18</a:t>
            </a:fld>
            <a:r>
              <a:rPr lang="en-US"/>
              <a:t>  - Page</a:t>
            </a:r>
            <a:fld id="{0E394E3E-819E-4067-BE3E-D7D3854741F1}" type="slidenum">
              <a:rPr lang="en-US" smtClean="0"/>
              <a:pPr/>
              <a:t>8</a:t>
            </a:fld>
            <a:endParaRPr lang="en-US" dirty="0"/>
          </a:p>
        </p:txBody>
      </p:sp>
    </p:spTree>
    <p:extLst>
      <p:ext uri="{BB962C8B-B14F-4D97-AF65-F5344CB8AC3E}">
        <p14:creationId xmlns:p14="http://schemas.microsoft.com/office/powerpoint/2010/main" val="13344177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08C0E0-2F23-4316-BC1D-56A8CFB8400D}"/>
              </a:ext>
            </a:extLst>
          </p:cNvPr>
          <p:cNvSpPr>
            <a:spLocks noGrp="1"/>
          </p:cNvSpPr>
          <p:nvPr>
            <p:ph type="title"/>
          </p:nvPr>
        </p:nvSpPr>
        <p:spPr>
          <a:xfrm>
            <a:off x="628650" y="258447"/>
            <a:ext cx="7886700" cy="312989"/>
          </a:xfrm>
          <a:ln w="3175">
            <a:noFill/>
          </a:ln>
        </p:spPr>
        <p:style>
          <a:lnRef idx="1">
            <a:schemeClr val="accent1"/>
          </a:lnRef>
          <a:fillRef idx="0">
            <a:schemeClr val="accent1"/>
          </a:fillRef>
          <a:effectRef idx="0">
            <a:schemeClr val="accent1"/>
          </a:effectRef>
          <a:fontRef idx="minor">
            <a:schemeClr val="tx1"/>
          </a:fontRef>
        </p:style>
        <p:txBody>
          <a:bodyPr>
            <a:normAutofit fontScale="90000"/>
          </a:bodyPr>
          <a:lstStyle/>
          <a:p>
            <a:r>
              <a:rPr lang="en-US" dirty="0"/>
              <a:t>Headcount Ramp-up</a:t>
            </a:r>
          </a:p>
        </p:txBody>
      </p:sp>
      <p:graphicFrame>
        <p:nvGraphicFramePr>
          <p:cNvPr id="7" name="Content Placeholder 6">
            <a:extLst>
              <a:ext uri="{FF2B5EF4-FFF2-40B4-BE49-F238E27FC236}">
                <a16:creationId xmlns="" xmlns:a16="http://schemas.microsoft.com/office/drawing/2014/main" id="{68AA35DD-DBB5-46BA-BEDA-2226ACA18393}"/>
              </a:ext>
            </a:extLst>
          </p:cNvPr>
          <p:cNvGraphicFramePr>
            <a:graphicFrameLocks noGrp="1"/>
          </p:cNvGraphicFramePr>
          <p:nvPr>
            <p:ph idx="1"/>
            <p:extLst>
              <p:ext uri="{D42A27DB-BD31-4B8C-83A1-F6EECF244321}">
                <p14:modId xmlns:p14="http://schemas.microsoft.com/office/powerpoint/2010/main" val="1543363046"/>
              </p:ext>
            </p:extLst>
          </p:nvPr>
        </p:nvGraphicFramePr>
        <p:xfrm>
          <a:off x="400050" y="678180"/>
          <a:ext cx="8115299" cy="5264977"/>
        </p:xfrm>
        <a:graphic>
          <a:graphicData uri="http://schemas.openxmlformats.org/drawingml/2006/table">
            <a:tbl>
              <a:tblPr>
                <a:tableStyleId>{5C22544A-7EE6-4342-B048-85BDC9FD1C3A}</a:tableStyleId>
              </a:tblPr>
              <a:tblGrid>
                <a:gridCol w="1649858">
                  <a:extLst>
                    <a:ext uri="{9D8B030D-6E8A-4147-A177-3AD203B41FA5}">
                      <a16:colId xmlns="" xmlns:a16="http://schemas.microsoft.com/office/drawing/2014/main" val="2926159834"/>
                    </a:ext>
                  </a:extLst>
                </a:gridCol>
                <a:gridCol w="1261481">
                  <a:extLst>
                    <a:ext uri="{9D8B030D-6E8A-4147-A177-3AD203B41FA5}">
                      <a16:colId xmlns="" xmlns:a16="http://schemas.microsoft.com/office/drawing/2014/main" val="1979424970"/>
                    </a:ext>
                  </a:extLst>
                </a:gridCol>
                <a:gridCol w="1804259">
                  <a:extLst>
                    <a:ext uri="{9D8B030D-6E8A-4147-A177-3AD203B41FA5}">
                      <a16:colId xmlns="" xmlns:a16="http://schemas.microsoft.com/office/drawing/2014/main" val="1872855598"/>
                    </a:ext>
                  </a:extLst>
                </a:gridCol>
                <a:gridCol w="1861939">
                  <a:extLst>
                    <a:ext uri="{9D8B030D-6E8A-4147-A177-3AD203B41FA5}">
                      <a16:colId xmlns="" xmlns:a16="http://schemas.microsoft.com/office/drawing/2014/main" val="568773878"/>
                    </a:ext>
                  </a:extLst>
                </a:gridCol>
                <a:gridCol w="1537762">
                  <a:extLst>
                    <a:ext uri="{9D8B030D-6E8A-4147-A177-3AD203B41FA5}">
                      <a16:colId xmlns="" xmlns:a16="http://schemas.microsoft.com/office/drawing/2014/main" val="1802993718"/>
                    </a:ext>
                  </a:extLst>
                </a:gridCol>
              </a:tblGrid>
              <a:tr h="3015702">
                <a:tc>
                  <a:txBody>
                    <a:bodyPr/>
                    <a:lstStyle/>
                    <a:p>
                      <a:pPr algn="l" fontAlgn="b"/>
                      <a:endParaRPr lang="en-US" sz="1000" b="1" i="0" u="none" strike="noStrike" dirty="0">
                        <a:solidFill>
                          <a:srgbClr val="000000"/>
                        </a:solidFill>
                        <a:effectLst/>
                        <a:latin typeface="+mn-lt"/>
                      </a:endParaRPr>
                    </a:p>
                  </a:txBody>
                  <a:tcPr marL="9525" marR="9525" marT="9525" marB="0">
                    <a:noFill/>
                  </a:tcPr>
                </a:tc>
                <a:tc>
                  <a:txBody>
                    <a:bodyPr/>
                    <a:lstStyle/>
                    <a:p>
                      <a:pPr algn="ctr" fontAlgn="b"/>
                      <a:r>
                        <a:rPr lang="en-US" sz="1000" b="1" u="none" strike="noStrike" dirty="0">
                          <a:effectLst/>
                          <a:latin typeface="+mn-lt"/>
                        </a:rPr>
                        <a:t>Today</a:t>
                      </a:r>
                      <a:endParaRPr lang="en-US" sz="1000" b="1" i="0" u="none" strike="noStrike" dirty="0">
                        <a:solidFill>
                          <a:srgbClr val="000000"/>
                        </a:solidFill>
                        <a:effectLst/>
                        <a:latin typeface="+mn-lt"/>
                      </a:endParaRPr>
                    </a:p>
                  </a:txBody>
                  <a:tcPr marL="9525" marR="9525" marT="9525" marB="0">
                    <a:noFill/>
                  </a:tcPr>
                </a:tc>
                <a:tc>
                  <a:txBody>
                    <a:bodyPr/>
                    <a:lstStyle/>
                    <a:p>
                      <a:pPr algn="ctr" fontAlgn="b"/>
                      <a:r>
                        <a:rPr lang="en-US" sz="1000" b="1" u="none" strike="noStrike" dirty="0">
                          <a:effectLst/>
                          <a:latin typeface="+mn-lt"/>
                        </a:rPr>
                        <a:t>Day 1 of CTO</a:t>
                      </a:r>
                      <a:endParaRPr lang="en-US" sz="1000" b="1" i="0" u="none" strike="noStrike" dirty="0">
                        <a:solidFill>
                          <a:srgbClr val="000000"/>
                        </a:solidFill>
                        <a:effectLst/>
                        <a:latin typeface="+mn-lt"/>
                      </a:endParaRPr>
                    </a:p>
                  </a:txBody>
                  <a:tcPr marL="9525" marR="9525" marT="9525" marB="0">
                    <a:noFill/>
                  </a:tcPr>
                </a:tc>
                <a:tc>
                  <a:txBody>
                    <a:bodyPr/>
                    <a:lstStyle/>
                    <a:p>
                      <a:pPr algn="ctr" fontAlgn="b"/>
                      <a:r>
                        <a:rPr lang="en-US" sz="1000" b="1" u="none" strike="noStrike" dirty="0">
                          <a:effectLst/>
                          <a:latin typeface="+mn-lt"/>
                        </a:rPr>
                        <a:t>Mid-Year</a:t>
                      </a:r>
                      <a:endParaRPr lang="en-US" sz="1000" b="1" i="0" u="none" strike="noStrike" dirty="0">
                        <a:solidFill>
                          <a:srgbClr val="000000"/>
                        </a:solidFill>
                        <a:effectLst/>
                        <a:latin typeface="+mn-lt"/>
                      </a:endParaRPr>
                    </a:p>
                  </a:txBody>
                  <a:tcPr marL="9525" marR="9525" marT="9525" marB="0">
                    <a:noFill/>
                  </a:tcPr>
                </a:tc>
                <a:tc>
                  <a:txBody>
                    <a:bodyPr/>
                    <a:lstStyle/>
                    <a:p>
                      <a:pPr algn="ctr" fontAlgn="b"/>
                      <a:r>
                        <a:rPr lang="en-US" sz="1000" b="1" u="none" strike="noStrike" dirty="0">
                          <a:effectLst/>
                          <a:latin typeface="+mn-lt"/>
                        </a:rPr>
                        <a:t>Starting 2019</a:t>
                      </a:r>
                      <a:endParaRPr lang="en-US" sz="1000" b="1" i="0" u="none" strike="noStrike" dirty="0">
                        <a:solidFill>
                          <a:srgbClr val="000000"/>
                        </a:solidFill>
                        <a:effectLst/>
                        <a:latin typeface="+mn-lt"/>
                      </a:endParaRPr>
                    </a:p>
                  </a:txBody>
                  <a:tcPr marL="9525" marR="9525" marT="9525" marB="0">
                    <a:noFill/>
                  </a:tcPr>
                </a:tc>
                <a:extLst>
                  <a:ext uri="{0D108BD9-81ED-4DB2-BD59-A6C34878D82A}">
                    <a16:rowId xmlns="" xmlns:a16="http://schemas.microsoft.com/office/drawing/2014/main" val="1868101472"/>
                  </a:ext>
                </a:extLst>
              </a:tr>
              <a:tr h="148437">
                <a:tc>
                  <a:txBody>
                    <a:bodyPr/>
                    <a:lstStyle/>
                    <a:p>
                      <a:pPr algn="r" fontAlgn="b"/>
                      <a:r>
                        <a:rPr lang="en-US" sz="800" b="1" u="none" strike="noStrike" dirty="0">
                          <a:effectLst/>
                          <a:latin typeface="+mn-lt"/>
                        </a:rPr>
                        <a:t>CTO</a:t>
                      </a:r>
                      <a:endParaRPr lang="en-US" sz="800" b="1" i="0" u="none" strike="noStrike" dirty="0">
                        <a:solidFill>
                          <a:srgbClr val="000000"/>
                        </a:solidFill>
                        <a:effectLst/>
                        <a:latin typeface="+mn-lt"/>
                      </a:endParaRPr>
                    </a:p>
                  </a:txBody>
                  <a:tcPr marL="9525" marR="9525" marT="9525" marB="0" anchor="b">
                    <a:noFill/>
                  </a:tcPr>
                </a:tc>
                <a:tc>
                  <a:txBody>
                    <a:bodyPr/>
                    <a:lstStyle/>
                    <a:p>
                      <a:pPr algn="ctr" fontAlgn="b"/>
                      <a:endParaRPr lang="en-US" sz="800" b="0" i="0" u="none" strike="noStrike" dirty="0">
                        <a:solidFill>
                          <a:schemeClr val="tx1"/>
                        </a:solidFill>
                        <a:effectLst/>
                        <a:latin typeface="+mn-lt"/>
                      </a:endParaRPr>
                    </a:p>
                  </a:txBody>
                  <a:tcPr marL="9525" marR="9525" marT="9525" marB="0" anchor="b">
                    <a:lnB w="12700" cap="flat" cmpd="sng" algn="ctr">
                      <a:solidFill>
                        <a:schemeClr val="bg1">
                          <a:lumMod val="95000"/>
                        </a:schemeClr>
                      </a:solidFill>
                      <a:prstDash val="solid"/>
                      <a:round/>
                      <a:headEnd type="none" w="med" len="med"/>
                      <a:tailEnd type="none" w="med" len="med"/>
                    </a:lnB>
                    <a:noFill/>
                  </a:tcPr>
                </a:tc>
                <a:tc>
                  <a:txBody>
                    <a:bodyPr/>
                    <a:lstStyle/>
                    <a:p>
                      <a:pPr algn="ctr" fontAlgn="b"/>
                      <a:r>
                        <a:rPr lang="en-US" sz="800" u="none" strike="noStrike" dirty="0" smtClean="0">
                          <a:solidFill>
                            <a:schemeClr val="bg1"/>
                          </a:solidFill>
                          <a:effectLst/>
                          <a:latin typeface="+mn-lt"/>
                        </a:rPr>
                        <a:t>0.5 - CTO</a:t>
                      </a:r>
                      <a:endParaRPr lang="en-US" sz="800" b="1" i="0" u="none" strike="noStrike" dirty="0">
                        <a:solidFill>
                          <a:schemeClr val="bg1"/>
                        </a:solidFill>
                        <a:effectLst/>
                        <a:latin typeface="+mn-lt"/>
                      </a:endParaRPr>
                    </a:p>
                  </a:txBody>
                  <a:tcPr marL="9525" marR="9525" marT="9525" marB="0" anchor="b">
                    <a:solidFill>
                      <a:schemeClr val="accent6">
                        <a:lumMod val="50000"/>
                      </a:schemeClr>
                    </a:solidFill>
                  </a:tcPr>
                </a:tc>
                <a:tc>
                  <a:txBody>
                    <a:bodyPr/>
                    <a:lstStyle/>
                    <a:p>
                      <a:pPr algn="ctr" fontAlgn="b"/>
                      <a:r>
                        <a:rPr lang="en-US" sz="800" u="none" strike="noStrike" dirty="0" smtClean="0">
                          <a:solidFill>
                            <a:schemeClr val="bg1"/>
                          </a:solidFill>
                          <a:effectLst/>
                          <a:latin typeface="+mn-lt"/>
                        </a:rPr>
                        <a:t>0.75</a:t>
                      </a:r>
                      <a:endParaRPr lang="en-US" sz="800" b="1" i="0" u="none" strike="noStrike" dirty="0">
                        <a:solidFill>
                          <a:schemeClr val="bg1"/>
                        </a:solidFill>
                        <a:effectLst/>
                        <a:latin typeface="+mn-lt"/>
                      </a:endParaRPr>
                    </a:p>
                  </a:txBody>
                  <a:tcPr marL="9525" marR="9525" marT="9525" marB="0" anchor="b">
                    <a:solidFill>
                      <a:schemeClr val="accent6">
                        <a:lumMod val="50000"/>
                      </a:schemeClr>
                    </a:solidFill>
                  </a:tcPr>
                </a:tc>
                <a:tc>
                  <a:txBody>
                    <a:bodyPr/>
                    <a:lstStyle/>
                    <a:p>
                      <a:pPr algn="ctr" fontAlgn="b"/>
                      <a:r>
                        <a:rPr lang="en-US" sz="800" u="none" strike="noStrike" dirty="0">
                          <a:solidFill>
                            <a:schemeClr val="bg1"/>
                          </a:solidFill>
                          <a:effectLst/>
                          <a:latin typeface="+mn-lt"/>
                        </a:rPr>
                        <a:t>1</a:t>
                      </a:r>
                      <a:endParaRPr lang="en-US" sz="800" b="1" i="0" u="none" strike="noStrike" dirty="0">
                        <a:solidFill>
                          <a:schemeClr val="bg1"/>
                        </a:solidFill>
                        <a:effectLst/>
                        <a:latin typeface="+mn-lt"/>
                      </a:endParaRPr>
                    </a:p>
                  </a:txBody>
                  <a:tcPr marL="9525" marR="9525" marT="9525" marB="0" anchor="b">
                    <a:solidFill>
                      <a:schemeClr val="accent6">
                        <a:lumMod val="50000"/>
                      </a:schemeClr>
                    </a:solidFill>
                  </a:tcPr>
                </a:tc>
                <a:extLst>
                  <a:ext uri="{0D108BD9-81ED-4DB2-BD59-A6C34878D82A}">
                    <a16:rowId xmlns="" xmlns:a16="http://schemas.microsoft.com/office/drawing/2014/main" val="4173210797"/>
                  </a:ext>
                </a:extLst>
              </a:tr>
              <a:tr h="148437">
                <a:tc>
                  <a:txBody>
                    <a:bodyPr/>
                    <a:lstStyle/>
                    <a:p>
                      <a:pPr algn="r" fontAlgn="b"/>
                      <a:r>
                        <a:rPr lang="en-US" sz="800" b="1" u="none" strike="noStrike" dirty="0" err="1">
                          <a:effectLst/>
                          <a:latin typeface="+mn-lt"/>
                        </a:rPr>
                        <a:t>Leverager</a:t>
                      </a:r>
                      <a:endParaRPr lang="en-US" sz="800" b="1" i="0" u="none" strike="noStrike" dirty="0">
                        <a:solidFill>
                          <a:srgbClr val="000000"/>
                        </a:solidFill>
                        <a:effectLst/>
                        <a:latin typeface="+mn-lt"/>
                      </a:endParaRPr>
                    </a:p>
                  </a:txBody>
                  <a:tcPr marL="9525" marR="9525" marT="9525" marB="0" anchor="b">
                    <a:lnR w="12700" cap="flat" cmpd="sng" algn="ctr">
                      <a:solidFill>
                        <a:schemeClr val="bg1">
                          <a:lumMod val="95000"/>
                        </a:schemeClr>
                      </a:solidFill>
                      <a:prstDash val="solid"/>
                      <a:round/>
                      <a:headEnd type="none" w="med" len="med"/>
                      <a:tailEnd type="none" w="med" len="med"/>
                    </a:lnR>
                    <a:noFill/>
                  </a:tcPr>
                </a:tc>
                <a:tc>
                  <a:txBody>
                    <a:bodyPr/>
                    <a:lstStyle/>
                    <a:p>
                      <a:pPr algn="ctr" fontAlgn="b"/>
                      <a:endParaRPr lang="en-US" sz="800" b="0" i="0" u="none" strike="noStrike" dirty="0">
                        <a:solidFill>
                          <a:schemeClr val="tx1"/>
                        </a:solidFill>
                        <a:effectLst/>
                        <a:latin typeface="+mn-lt"/>
                      </a:endParaRPr>
                    </a:p>
                  </a:txBody>
                  <a:tcPr marL="9525" marR="9525" marT="9525" marB="0" anchor="b">
                    <a:lnL w="12700" cap="flat" cmpd="sng" algn="ctr">
                      <a:solidFill>
                        <a:schemeClr val="bg1">
                          <a:lumMod val="95000"/>
                        </a:schemeClr>
                      </a:solidFill>
                      <a:prstDash val="solid"/>
                      <a:round/>
                      <a:headEnd type="none" w="med" len="med"/>
                      <a:tailEnd type="none" w="med" len="med"/>
                    </a:lnL>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fontAlgn="b"/>
                      <a:r>
                        <a:rPr lang="en-US" sz="800" u="none" strike="noStrike" dirty="0" smtClean="0">
                          <a:effectLst/>
                          <a:latin typeface="+mn-lt"/>
                        </a:rPr>
                        <a:t>0.25 (Marcus)</a:t>
                      </a:r>
                      <a:endParaRPr lang="en-US" sz="800" b="0" i="0" u="none" strike="noStrike" dirty="0">
                        <a:solidFill>
                          <a:srgbClr val="000000"/>
                        </a:solidFill>
                        <a:effectLst/>
                        <a:latin typeface="+mn-lt"/>
                      </a:endParaRPr>
                    </a:p>
                  </a:txBody>
                  <a:tcPr marL="9525" marR="9525" marT="9525" marB="0" anchor="b">
                    <a:solidFill>
                      <a:schemeClr val="accent6">
                        <a:lumMod val="60000"/>
                        <a:lumOff val="40000"/>
                      </a:schemeClr>
                    </a:solidFill>
                  </a:tcPr>
                </a:tc>
                <a:tc>
                  <a:txBody>
                    <a:bodyPr/>
                    <a:lstStyle/>
                    <a:p>
                      <a:pPr algn="ctr" fontAlgn="b"/>
                      <a:r>
                        <a:rPr lang="en-US" sz="800" u="none" strike="noStrike" dirty="0">
                          <a:effectLst/>
                          <a:latin typeface="+mn-lt"/>
                        </a:rPr>
                        <a:t>0.5</a:t>
                      </a:r>
                      <a:endParaRPr lang="en-US" sz="800" b="0" i="0" u="none" strike="noStrike" dirty="0">
                        <a:solidFill>
                          <a:srgbClr val="000000"/>
                        </a:solidFill>
                        <a:effectLst/>
                        <a:latin typeface="+mn-lt"/>
                      </a:endParaRPr>
                    </a:p>
                  </a:txBody>
                  <a:tcPr marL="9525" marR="9525" marT="9525" marB="0" anchor="b">
                    <a:solidFill>
                      <a:schemeClr val="accent6">
                        <a:lumMod val="60000"/>
                        <a:lumOff val="40000"/>
                      </a:schemeClr>
                    </a:solidFill>
                  </a:tcPr>
                </a:tc>
                <a:tc>
                  <a:txBody>
                    <a:bodyPr/>
                    <a:lstStyle/>
                    <a:p>
                      <a:pPr algn="ctr" fontAlgn="b"/>
                      <a:r>
                        <a:rPr lang="en-US" sz="800" u="none" strike="noStrike" dirty="0" smtClean="0">
                          <a:effectLst/>
                          <a:latin typeface="+mn-lt"/>
                        </a:rPr>
                        <a:t>1</a:t>
                      </a:r>
                      <a:endParaRPr lang="en-US" sz="800" b="0" i="0" u="none" strike="noStrike" dirty="0">
                        <a:solidFill>
                          <a:srgbClr val="000000"/>
                        </a:solidFill>
                        <a:effectLst/>
                        <a:latin typeface="+mn-lt"/>
                      </a:endParaRPr>
                    </a:p>
                  </a:txBody>
                  <a:tcPr marL="9525" marR="9525" marT="9525" marB="0" anchor="b">
                    <a:solidFill>
                      <a:schemeClr val="accent6">
                        <a:lumMod val="60000"/>
                        <a:lumOff val="40000"/>
                      </a:schemeClr>
                    </a:solidFill>
                  </a:tcPr>
                </a:tc>
                <a:extLst>
                  <a:ext uri="{0D108BD9-81ED-4DB2-BD59-A6C34878D82A}">
                    <a16:rowId xmlns="" xmlns:a16="http://schemas.microsoft.com/office/drawing/2014/main" val="311224242"/>
                  </a:ext>
                </a:extLst>
              </a:tr>
              <a:tr h="148437">
                <a:tc>
                  <a:txBody>
                    <a:bodyPr/>
                    <a:lstStyle/>
                    <a:p>
                      <a:pPr algn="r" fontAlgn="b"/>
                      <a:r>
                        <a:rPr lang="en-US" sz="800" b="1" u="none" strike="noStrike" dirty="0">
                          <a:effectLst/>
                          <a:latin typeface="+mn-lt"/>
                        </a:rPr>
                        <a:t>Chief Architect</a:t>
                      </a:r>
                      <a:endParaRPr lang="en-US" sz="800" b="1" i="0" u="none" strike="noStrike" dirty="0">
                        <a:solidFill>
                          <a:srgbClr val="000000"/>
                        </a:solidFill>
                        <a:effectLst/>
                        <a:latin typeface="+mn-lt"/>
                      </a:endParaRPr>
                    </a:p>
                  </a:txBody>
                  <a:tcPr marL="9525" marR="9525" marT="9525" marB="0" anchor="b">
                    <a:noFill/>
                  </a:tcPr>
                </a:tc>
                <a:tc>
                  <a:txBody>
                    <a:bodyPr/>
                    <a:lstStyle/>
                    <a:p>
                      <a:pPr algn="ctr" fontAlgn="b"/>
                      <a:r>
                        <a:rPr lang="en-US" sz="800" b="0" i="0" u="none" strike="noStrike" dirty="0" smtClean="0">
                          <a:solidFill>
                            <a:schemeClr val="tx1"/>
                          </a:solidFill>
                          <a:effectLst/>
                          <a:latin typeface="+mn-lt"/>
                        </a:rPr>
                        <a:t>0.25 (Marcus)</a:t>
                      </a:r>
                      <a:endParaRPr lang="en-US" sz="800" b="0" i="0" u="none" strike="noStrike" dirty="0">
                        <a:solidFill>
                          <a:schemeClr val="tx1"/>
                        </a:solidFill>
                        <a:effectLst/>
                        <a:latin typeface="+mn-lt"/>
                      </a:endParaRPr>
                    </a:p>
                  </a:txBody>
                  <a:tcPr marL="9525" marR="9525" marT="9525" marB="0" anchor="b">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algn="ctr" defTabSz="914400" rtl="0" eaLnBrk="1" fontAlgn="b" latinLnBrk="0" hangingPunct="1"/>
                      <a:r>
                        <a:rPr lang="en-US" sz="800" u="none" strike="noStrike" kern="1200" dirty="0" smtClean="0">
                          <a:solidFill>
                            <a:schemeClr val="bg1"/>
                          </a:solidFill>
                          <a:effectLst/>
                          <a:latin typeface="+mn-lt"/>
                          <a:ea typeface="+mn-ea"/>
                          <a:cs typeface="+mn-cs"/>
                        </a:rPr>
                        <a:t>0.25 </a:t>
                      </a:r>
                      <a:r>
                        <a:rPr lang="mr-IN" sz="800" u="none" strike="noStrike" kern="1200" dirty="0" smtClean="0">
                          <a:solidFill>
                            <a:schemeClr val="bg1"/>
                          </a:solidFill>
                          <a:effectLst/>
                          <a:latin typeface="+mn-lt"/>
                          <a:ea typeface="+mn-ea"/>
                          <a:cs typeface="+mn-cs"/>
                        </a:rPr>
                        <a:t>–</a:t>
                      </a:r>
                      <a:r>
                        <a:rPr lang="en-US" sz="800" u="none" strike="noStrike" kern="1200" dirty="0" smtClean="0">
                          <a:solidFill>
                            <a:schemeClr val="bg1"/>
                          </a:solidFill>
                          <a:effectLst/>
                          <a:latin typeface="+mn-lt"/>
                          <a:ea typeface="+mn-ea"/>
                          <a:cs typeface="+mn-cs"/>
                        </a:rPr>
                        <a:t> (CTO Acting)</a:t>
                      </a:r>
                      <a:endParaRPr lang="en-US" sz="800" u="none" strike="noStrike" kern="1200" dirty="0">
                        <a:solidFill>
                          <a:schemeClr val="bg1"/>
                        </a:solidFill>
                        <a:effectLst/>
                        <a:latin typeface="+mn-lt"/>
                        <a:ea typeface="+mn-ea"/>
                        <a:cs typeface="+mn-cs"/>
                      </a:endParaRPr>
                    </a:p>
                  </a:txBody>
                  <a:tcPr marL="9525" marR="9525" marT="9525" marB="0" anchor="b">
                    <a:solidFill>
                      <a:schemeClr val="accent6">
                        <a:lumMod val="50000"/>
                      </a:schemeClr>
                    </a:solidFill>
                  </a:tcPr>
                </a:tc>
                <a:tc>
                  <a:txBody>
                    <a:bodyPr/>
                    <a:lstStyle/>
                    <a:p>
                      <a:pPr algn="ctr" fontAlgn="b"/>
                      <a:r>
                        <a:rPr lang="en-US" sz="800" u="none" strike="noStrike" dirty="0" smtClean="0">
                          <a:solidFill>
                            <a:schemeClr val="tx1"/>
                          </a:solidFill>
                          <a:effectLst/>
                          <a:latin typeface="+mn-lt"/>
                        </a:rPr>
                        <a:t>0.5</a:t>
                      </a:r>
                      <a:endParaRPr lang="en-US" sz="800" b="1" i="0" u="none" strike="noStrike" dirty="0">
                        <a:solidFill>
                          <a:schemeClr val="tx1"/>
                        </a:solidFill>
                        <a:effectLst/>
                        <a:latin typeface="+mn-lt"/>
                      </a:endParaRPr>
                    </a:p>
                  </a:txBody>
                  <a:tcPr marL="9525" marR="9525" marT="9525" marB="0" anchor="b">
                    <a:solidFill>
                      <a:schemeClr val="accent6">
                        <a:lumMod val="60000"/>
                        <a:lumOff val="40000"/>
                      </a:schemeClr>
                    </a:solidFill>
                  </a:tcPr>
                </a:tc>
                <a:tc>
                  <a:txBody>
                    <a:bodyPr/>
                    <a:lstStyle/>
                    <a:p>
                      <a:pPr algn="ctr" fontAlgn="b"/>
                      <a:r>
                        <a:rPr lang="en-US" sz="800" u="none" strike="noStrike" dirty="0" smtClean="0">
                          <a:effectLst/>
                          <a:latin typeface="+mn-lt"/>
                        </a:rPr>
                        <a:t>1</a:t>
                      </a:r>
                      <a:endParaRPr lang="en-US" sz="800" b="0" i="0" u="none" strike="noStrike" dirty="0">
                        <a:solidFill>
                          <a:srgbClr val="000000"/>
                        </a:solidFill>
                        <a:effectLst/>
                        <a:latin typeface="+mn-lt"/>
                      </a:endParaRPr>
                    </a:p>
                  </a:txBody>
                  <a:tcPr marL="9525" marR="9525" marT="9525" marB="0" anchor="b">
                    <a:solidFill>
                      <a:schemeClr val="accent6">
                        <a:lumMod val="20000"/>
                        <a:lumOff val="80000"/>
                      </a:schemeClr>
                    </a:solidFill>
                  </a:tcPr>
                </a:tc>
                <a:extLst>
                  <a:ext uri="{0D108BD9-81ED-4DB2-BD59-A6C34878D82A}">
                    <a16:rowId xmlns="" xmlns:a16="http://schemas.microsoft.com/office/drawing/2014/main" val="2723291971"/>
                  </a:ext>
                </a:extLst>
              </a:tr>
              <a:tr h="142429">
                <a:tc>
                  <a:txBody>
                    <a:bodyPr/>
                    <a:lstStyle/>
                    <a:p>
                      <a:pPr algn="r" fontAlgn="b"/>
                      <a:r>
                        <a:rPr lang="en-US" sz="800" b="1" u="none" strike="noStrike" dirty="0">
                          <a:effectLst/>
                          <a:latin typeface="+mn-lt"/>
                        </a:rPr>
                        <a:t>Head of IT</a:t>
                      </a:r>
                      <a:endParaRPr lang="en-US" sz="800" b="1" i="0" u="none" strike="noStrike" dirty="0">
                        <a:solidFill>
                          <a:srgbClr val="000000"/>
                        </a:solidFill>
                        <a:effectLst/>
                        <a:latin typeface="+mn-lt"/>
                      </a:endParaRPr>
                    </a:p>
                  </a:txBody>
                  <a:tcPr marL="9525" marR="9525" marT="9525" marB="0" anchor="b">
                    <a:noFill/>
                  </a:tcPr>
                </a:tc>
                <a:tc>
                  <a:txBody>
                    <a:bodyPr/>
                    <a:lstStyle/>
                    <a:p>
                      <a:pPr algn="ctr" fontAlgn="b"/>
                      <a:r>
                        <a:rPr lang="en-US" sz="800" u="none" strike="noStrike" dirty="0" smtClean="0">
                          <a:solidFill>
                            <a:schemeClr val="tx1"/>
                          </a:solidFill>
                          <a:effectLst/>
                          <a:latin typeface="+mn-lt"/>
                        </a:rPr>
                        <a:t>0.5 (Gerardo)</a:t>
                      </a:r>
                      <a:r>
                        <a:rPr lang="en-US" sz="800" u="none" strike="noStrike" baseline="0" dirty="0" smtClean="0">
                          <a:solidFill>
                            <a:schemeClr val="tx1"/>
                          </a:solidFill>
                          <a:effectLst/>
                          <a:latin typeface="+mn-lt"/>
                        </a:rPr>
                        <a:t> - Acting</a:t>
                      </a:r>
                      <a:endParaRPr lang="en-US" sz="800" b="0" i="0" u="none" strike="noStrike" dirty="0">
                        <a:solidFill>
                          <a:schemeClr val="tx1"/>
                        </a:solidFill>
                        <a:effectLst/>
                        <a:latin typeface="+mn-lt"/>
                      </a:endParaRPr>
                    </a:p>
                  </a:txBody>
                  <a:tcPr marL="9525" marR="9525" marT="9525" marB="0" anchor="b">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lumMod val="85000"/>
                      </a:schemeClr>
                    </a:solidFill>
                  </a:tcPr>
                </a:tc>
                <a:tc>
                  <a:txBody>
                    <a:bodyPr/>
                    <a:lstStyle/>
                    <a:p>
                      <a:pPr algn="ctr" fontAlgn="b"/>
                      <a:r>
                        <a:rPr lang="en-US" sz="800" u="none" strike="noStrike" dirty="0" smtClean="0">
                          <a:solidFill>
                            <a:schemeClr val="bg1"/>
                          </a:solidFill>
                          <a:effectLst/>
                          <a:latin typeface="+mn-lt"/>
                        </a:rPr>
                        <a:t>0.5 (Gerardo)</a:t>
                      </a:r>
                      <a:endParaRPr lang="en-US" sz="800" b="0" i="0" u="none" strike="noStrike" dirty="0">
                        <a:solidFill>
                          <a:schemeClr val="bg1"/>
                        </a:solidFill>
                        <a:effectLst/>
                        <a:latin typeface="+mn-lt"/>
                      </a:endParaRPr>
                    </a:p>
                  </a:txBody>
                  <a:tcPr marL="9525" marR="9525" marT="9525" marB="0" anchor="b">
                    <a:solidFill>
                      <a:schemeClr val="accent2">
                        <a:lumMod val="75000"/>
                      </a:schemeClr>
                    </a:solidFill>
                  </a:tcPr>
                </a:tc>
                <a:tc>
                  <a:txBody>
                    <a:bodyPr/>
                    <a:lstStyle/>
                    <a:p>
                      <a:pPr algn="ctr" fontAlgn="b"/>
                      <a:r>
                        <a:rPr lang="en-US" sz="800" u="none" strike="noStrike" dirty="0" smtClean="0">
                          <a:solidFill>
                            <a:schemeClr val="bg1"/>
                          </a:solidFill>
                          <a:effectLst/>
                          <a:latin typeface="+mn-lt"/>
                        </a:rPr>
                        <a:t>1 (TBD)</a:t>
                      </a:r>
                      <a:endParaRPr lang="en-US" sz="800" b="0" i="0" u="none" strike="noStrike" dirty="0">
                        <a:solidFill>
                          <a:schemeClr val="bg1"/>
                        </a:solidFill>
                        <a:effectLst/>
                        <a:latin typeface="+mn-lt"/>
                      </a:endParaRPr>
                    </a:p>
                  </a:txBody>
                  <a:tcPr marL="9525" marR="9525" marT="9525" marB="0" anchor="b">
                    <a:solidFill>
                      <a:schemeClr val="accent4">
                        <a:lumMod val="75000"/>
                      </a:schemeClr>
                    </a:solidFill>
                  </a:tcPr>
                </a:tc>
                <a:tc>
                  <a:txBody>
                    <a:bodyPr/>
                    <a:lstStyle/>
                    <a:p>
                      <a:pPr algn="ctr" fontAlgn="b"/>
                      <a:r>
                        <a:rPr lang="en-US" sz="800" u="none" strike="noStrike" dirty="0">
                          <a:solidFill>
                            <a:schemeClr val="bg1"/>
                          </a:solidFill>
                          <a:effectLst/>
                          <a:latin typeface="+mn-lt"/>
                        </a:rPr>
                        <a:t>1</a:t>
                      </a:r>
                      <a:endParaRPr lang="en-US" sz="800" b="0" i="0" u="none" strike="noStrike" dirty="0">
                        <a:solidFill>
                          <a:schemeClr val="bg1"/>
                        </a:solidFill>
                        <a:effectLst/>
                        <a:latin typeface="+mn-lt"/>
                      </a:endParaRPr>
                    </a:p>
                  </a:txBody>
                  <a:tcPr marL="9525" marR="9525" marT="9525" marB="0" anchor="b">
                    <a:solidFill>
                      <a:schemeClr val="accent4">
                        <a:lumMod val="75000"/>
                      </a:schemeClr>
                    </a:solidFill>
                  </a:tcPr>
                </a:tc>
                <a:extLst>
                  <a:ext uri="{0D108BD9-81ED-4DB2-BD59-A6C34878D82A}">
                    <a16:rowId xmlns="" xmlns:a16="http://schemas.microsoft.com/office/drawing/2014/main" val="3620468262"/>
                  </a:ext>
                </a:extLst>
              </a:tr>
              <a:tr h="148437">
                <a:tc>
                  <a:txBody>
                    <a:bodyPr/>
                    <a:lstStyle/>
                    <a:p>
                      <a:pPr algn="r" fontAlgn="b"/>
                      <a:r>
                        <a:rPr lang="en-US" sz="800" b="1" u="none" strike="noStrike" dirty="0">
                          <a:effectLst/>
                          <a:latin typeface="+mn-lt"/>
                        </a:rPr>
                        <a:t>IT Associate</a:t>
                      </a:r>
                      <a:endParaRPr lang="en-US" sz="800" b="1" i="0" u="none" strike="noStrike" dirty="0">
                        <a:solidFill>
                          <a:srgbClr val="000000"/>
                        </a:solidFill>
                        <a:effectLst/>
                        <a:latin typeface="+mn-lt"/>
                      </a:endParaRPr>
                    </a:p>
                  </a:txBody>
                  <a:tcPr marL="9525" marR="9525" marT="9525" marB="0" anchor="b">
                    <a:noFill/>
                  </a:tcPr>
                </a:tc>
                <a:tc>
                  <a:txBody>
                    <a:bodyPr/>
                    <a:lstStyle/>
                    <a:p>
                      <a:pPr algn="ctr" fontAlgn="b"/>
                      <a:r>
                        <a:rPr lang="en-US" sz="800" b="0" i="0" u="none" strike="noStrike" dirty="0" smtClean="0">
                          <a:solidFill>
                            <a:schemeClr val="tx1"/>
                          </a:solidFill>
                          <a:effectLst/>
                          <a:latin typeface="+mn-lt"/>
                        </a:rPr>
                        <a:t>0.5</a:t>
                      </a:r>
                      <a:r>
                        <a:rPr lang="en-US" sz="800" b="0" i="0" u="none" strike="noStrike" baseline="0" dirty="0" smtClean="0">
                          <a:solidFill>
                            <a:schemeClr val="tx1"/>
                          </a:solidFill>
                          <a:effectLst/>
                          <a:latin typeface="+mn-lt"/>
                        </a:rPr>
                        <a:t> </a:t>
                      </a:r>
                      <a:r>
                        <a:rPr lang="en-US" sz="800" b="0" i="0" u="none" strike="noStrike" dirty="0" smtClean="0">
                          <a:solidFill>
                            <a:schemeClr val="tx1"/>
                          </a:solidFill>
                          <a:effectLst/>
                          <a:latin typeface="+mn-lt"/>
                        </a:rPr>
                        <a:t>(Split)</a:t>
                      </a:r>
                      <a:endParaRPr lang="en-US" sz="800" b="0" i="0" u="none" strike="noStrike" dirty="0">
                        <a:solidFill>
                          <a:schemeClr val="tx1"/>
                        </a:solidFill>
                        <a:effectLst/>
                        <a:latin typeface="+mn-lt"/>
                      </a:endParaRPr>
                    </a:p>
                  </a:txBody>
                  <a:tcPr marL="9525" marR="9525" marT="9525" marB="0" anchor="b">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lumMod val="85000"/>
                      </a:schemeClr>
                    </a:solidFill>
                  </a:tcPr>
                </a:tc>
                <a:tc>
                  <a:txBody>
                    <a:bodyPr/>
                    <a:lstStyle/>
                    <a:p>
                      <a:pPr algn="ctr" fontAlgn="b"/>
                      <a:r>
                        <a:rPr lang="en-US" sz="800" b="0" i="0" u="none" strike="noStrike" dirty="0" smtClean="0">
                          <a:solidFill>
                            <a:srgbClr val="000000"/>
                          </a:solidFill>
                          <a:effectLst/>
                          <a:latin typeface="+mn-lt"/>
                        </a:rPr>
                        <a:t>0.5 (Split)</a:t>
                      </a:r>
                      <a:endParaRPr lang="en-US" sz="800" b="0" i="0" u="none" strike="noStrike" dirty="0">
                        <a:solidFill>
                          <a:srgbClr val="000000"/>
                        </a:solidFill>
                        <a:effectLst/>
                        <a:latin typeface="+mn-lt"/>
                      </a:endParaRPr>
                    </a:p>
                  </a:txBody>
                  <a:tcPr marL="9525" marR="9525" marT="9525" marB="0" anchor="b">
                    <a:lnB w="12700" cap="flat" cmpd="sng" algn="ctr">
                      <a:solidFill>
                        <a:schemeClr val="bg1">
                          <a:lumMod val="95000"/>
                        </a:schemeClr>
                      </a:solidFill>
                      <a:prstDash val="solid"/>
                      <a:round/>
                      <a:headEnd type="none" w="med" len="med"/>
                      <a:tailEnd type="none" w="med" len="med"/>
                    </a:lnB>
                    <a:solidFill>
                      <a:schemeClr val="bg1">
                        <a:lumMod val="85000"/>
                      </a:schemeClr>
                    </a:solidFill>
                  </a:tcPr>
                </a:tc>
                <a:tc>
                  <a:txBody>
                    <a:bodyPr/>
                    <a:lstStyle/>
                    <a:p>
                      <a:pPr algn="ctr" fontAlgn="b"/>
                      <a:r>
                        <a:rPr lang="en-US" sz="800" u="none" strike="noStrike" dirty="0" smtClean="0">
                          <a:effectLst/>
                          <a:latin typeface="+mn-lt"/>
                        </a:rPr>
                        <a:t>0.5 (Split)</a:t>
                      </a:r>
                      <a:endParaRPr lang="en-US" sz="800" b="0" i="0" u="none" strike="noStrike" dirty="0">
                        <a:solidFill>
                          <a:srgbClr val="006100"/>
                        </a:solidFill>
                        <a:effectLst/>
                        <a:latin typeface="+mn-lt"/>
                      </a:endParaRPr>
                    </a:p>
                  </a:txBody>
                  <a:tcPr marL="9525" marR="9525" marT="9525" marB="0" anchor="b">
                    <a:solidFill>
                      <a:schemeClr val="accent4">
                        <a:lumMod val="60000"/>
                        <a:lumOff val="40000"/>
                      </a:schemeClr>
                    </a:solidFill>
                  </a:tcPr>
                </a:tc>
                <a:tc>
                  <a:txBody>
                    <a:bodyPr/>
                    <a:lstStyle/>
                    <a:p>
                      <a:pPr algn="ctr" fontAlgn="b"/>
                      <a:r>
                        <a:rPr lang="en-US" sz="800" u="none" strike="noStrike" dirty="0">
                          <a:effectLst/>
                          <a:latin typeface="+mn-lt"/>
                        </a:rPr>
                        <a:t>1</a:t>
                      </a:r>
                      <a:endParaRPr lang="en-US" sz="800" b="0" i="0" u="none" strike="noStrike" dirty="0">
                        <a:solidFill>
                          <a:srgbClr val="006100"/>
                        </a:solidFill>
                        <a:effectLst/>
                        <a:latin typeface="+mn-lt"/>
                      </a:endParaRPr>
                    </a:p>
                  </a:txBody>
                  <a:tcPr marL="9525" marR="9525" marT="9525" marB="0" anchor="b">
                    <a:solidFill>
                      <a:schemeClr val="accent4">
                        <a:lumMod val="60000"/>
                        <a:lumOff val="40000"/>
                      </a:schemeClr>
                    </a:solidFill>
                  </a:tcPr>
                </a:tc>
                <a:extLst>
                  <a:ext uri="{0D108BD9-81ED-4DB2-BD59-A6C34878D82A}">
                    <a16:rowId xmlns="" xmlns:a16="http://schemas.microsoft.com/office/drawing/2014/main" val="749438536"/>
                  </a:ext>
                </a:extLst>
              </a:tr>
              <a:tr h="148437">
                <a:tc>
                  <a:txBody>
                    <a:bodyPr/>
                    <a:lstStyle/>
                    <a:p>
                      <a:pPr algn="r" fontAlgn="b"/>
                      <a:r>
                        <a:rPr lang="en-US" sz="800" b="1" u="none" strike="noStrike" dirty="0">
                          <a:effectLst/>
                          <a:latin typeface="+mn-lt"/>
                        </a:rPr>
                        <a:t>IT - Outsourcer</a:t>
                      </a:r>
                      <a:endParaRPr lang="en-US" sz="800" b="1" i="0" u="none" strike="noStrike" dirty="0">
                        <a:solidFill>
                          <a:srgbClr val="000000"/>
                        </a:solidFill>
                        <a:effectLst/>
                        <a:latin typeface="+mn-lt"/>
                      </a:endParaRPr>
                    </a:p>
                  </a:txBody>
                  <a:tcPr marL="9525" marR="9525" marT="9525" marB="0" anchor="b">
                    <a:noFill/>
                  </a:tcPr>
                </a:tc>
                <a:tc>
                  <a:txBody>
                    <a:bodyPr/>
                    <a:lstStyle/>
                    <a:p>
                      <a:pPr algn="ctr" fontAlgn="b"/>
                      <a:r>
                        <a:rPr lang="en-US" sz="800" b="0" i="0" u="none" strike="noStrike" dirty="0" smtClean="0">
                          <a:solidFill>
                            <a:schemeClr val="tx1"/>
                          </a:solidFill>
                          <a:effectLst/>
                          <a:latin typeface="+mn-lt"/>
                        </a:rPr>
                        <a:t>0.5</a:t>
                      </a:r>
                      <a:endParaRPr lang="en-US" sz="800" b="0" i="0" u="none" strike="noStrike" dirty="0">
                        <a:solidFill>
                          <a:schemeClr val="tx1"/>
                        </a:solidFill>
                        <a:effectLst/>
                        <a:latin typeface="+mn-lt"/>
                      </a:endParaRPr>
                    </a:p>
                  </a:txBody>
                  <a:tcPr marL="9525" marR="9525" marT="9525" marB="0" anchor="b">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rgbClr val="FFFCB4"/>
                    </a:solidFill>
                  </a:tcPr>
                </a:tc>
                <a:tc>
                  <a:txBody>
                    <a:bodyPr/>
                    <a:lstStyle/>
                    <a:p>
                      <a:pPr algn="ctr" fontAlgn="b"/>
                      <a:r>
                        <a:rPr lang="en-US" sz="800" b="0" i="0" u="none" strike="noStrike" dirty="0" smtClean="0">
                          <a:solidFill>
                            <a:schemeClr val="tx1"/>
                          </a:solidFill>
                          <a:effectLst/>
                          <a:latin typeface="+mn-lt"/>
                        </a:rPr>
                        <a:t>0.5</a:t>
                      </a:r>
                      <a:endParaRPr lang="en-US" sz="800" b="0" i="0" u="none" strike="noStrike" dirty="0">
                        <a:solidFill>
                          <a:schemeClr val="tx1"/>
                        </a:solidFill>
                        <a:effectLst/>
                        <a:latin typeface="+mn-lt"/>
                      </a:endParaRPr>
                    </a:p>
                  </a:txBody>
                  <a:tcPr marL="9525" marR="9525" marT="9525" marB="0" anchor="b">
                    <a:lnT w="12700" cap="flat" cmpd="sng" algn="ctr">
                      <a:solidFill>
                        <a:schemeClr val="bg1">
                          <a:lumMod val="95000"/>
                        </a:schemeClr>
                      </a:solidFill>
                      <a:prstDash val="solid"/>
                      <a:round/>
                      <a:headEnd type="none" w="med" len="med"/>
                      <a:tailEnd type="none" w="med" len="med"/>
                    </a:lnT>
                    <a:solidFill>
                      <a:srgbClr val="FFFCB4"/>
                    </a:solidFill>
                  </a:tcPr>
                </a:tc>
                <a:tc>
                  <a:txBody>
                    <a:bodyPr/>
                    <a:lstStyle/>
                    <a:p>
                      <a:pPr algn="ctr" fontAlgn="b"/>
                      <a:r>
                        <a:rPr lang="en-US" sz="800" u="none" strike="noStrike" dirty="0" smtClean="0">
                          <a:solidFill>
                            <a:schemeClr val="tx1"/>
                          </a:solidFill>
                          <a:effectLst/>
                          <a:latin typeface="+mn-lt"/>
                        </a:rPr>
                        <a:t>1.0</a:t>
                      </a:r>
                      <a:endParaRPr lang="en-US" sz="800" b="0" i="0" u="none" strike="noStrike" dirty="0">
                        <a:solidFill>
                          <a:schemeClr val="tx1"/>
                        </a:solidFill>
                        <a:effectLst/>
                        <a:latin typeface="+mn-lt"/>
                      </a:endParaRPr>
                    </a:p>
                  </a:txBody>
                  <a:tcPr marL="9525" marR="9525" marT="9525" marB="0" anchor="b">
                    <a:solidFill>
                      <a:srgbClr val="FFFCB4"/>
                    </a:solidFill>
                  </a:tcPr>
                </a:tc>
                <a:tc>
                  <a:txBody>
                    <a:bodyPr/>
                    <a:lstStyle/>
                    <a:p>
                      <a:pPr algn="ctr" fontAlgn="b"/>
                      <a:r>
                        <a:rPr lang="en-US" sz="800" u="none" strike="noStrike" dirty="0">
                          <a:solidFill>
                            <a:schemeClr val="tx1"/>
                          </a:solidFill>
                          <a:effectLst/>
                          <a:latin typeface="+mn-lt"/>
                        </a:rPr>
                        <a:t>2</a:t>
                      </a:r>
                      <a:endParaRPr lang="en-US" sz="800" b="0" i="0" u="none" strike="noStrike" dirty="0">
                        <a:solidFill>
                          <a:schemeClr val="tx1"/>
                        </a:solidFill>
                        <a:effectLst/>
                        <a:latin typeface="+mn-lt"/>
                      </a:endParaRPr>
                    </a:p>
                  </a:txBody>
                  <a:tcPr marL="9525" marR="9525" marT="9525" marB="0" anchor="b">
                    <a:solidFill>
                      <a:srgbClr val="FFFCB4"/>
                    </a:solidFill>
                  </a:tcPr>
                </a:tc>
                <a:extLst>
                  <a:ext uri="{0D108BD9-81ED-4DB2-BD59-A6C34878D82A}">
                    <a16:rowId xmlns="" xmlns:a16="http://schemas.microsoft.com/office/drawing/2014/main" val="140495100"/>
                  </a:ext>
                </a:extLst>
              </a:tr>
              <a:tr h="148437">
                <a:tc>
                  <a:txBody>
                    <a:bodyPr/>
                    <a:lstStyle/>
                    <a:p>
                      <a:pPr algn="r" fontAlgn="b"/>
                      <a:r>
                        <a:rPr lang="en-US" sz="800" b="1" u="none" strike="noStrike" dirty="0">
                          <a:effectLst/>
                          <a:latin typeface="+mn-lt"/>
                        </a:rPr>
                        <a:t>Head of Product Management</a:t>
                      </a:r>
                      <a:endParaRPr lang="en-US" sz="800" b="1" i="0" u="none" strike="noStrike" dirty="0">
                        <a:solidFill>
                          <a:srgbClr val="000000"/>
                        </a:solidFill>
                        <a:effectLst/>
                        <a:latin typeface="+mn-lt"/>
                      </a:endParaRPr>
                    </a:p>
                  </a:txBody>
                  <a:tcPr marL="9525" marR="9525" marT="9525" marB="0" anchor="b">
                    <a:noFill/>
                  </a:tcPr>
                </a:tc>
                <a:tc>
                  <a:txBody>
                    <a:bodyPr/>
                    <a:lstStyle/>
                    <a:p>
                      <a:pPr algn="ctr" fontAlgn="b"/>
                      <a:endParaRPr lang="en-US" sz="800" b="0" i="0" u="none" strike="noStrike" dirty="0">
                        <a:solidFill>
                          <a:schemeClr val="tx1"/>
                        </a:solidFill>
                        <a:effectLst/>
                        <a:latin typeface="+mn-lt"/>
                      </a:endParaRPr>
                    </a:p>
                  </a:txBody>
                  <a:tcPr marL="9525" marR="9525" marT="9525" marB="0" anchor="b">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fontAlgn="b"/>
                      <a:r>
                        <a:rPr lang="en-US" sz="800" b="0" i="0" u="none" strike="noStrike" dirty="0" smtClean="0">
                          <a:solidFill>
                            <a:schemeClr val="bg1"/>
                          </a:solidFill>
                          <a:effectLst/>
                          <a:latin typeface="+mn-lt"/>
                        </a:rPr>
                        <a:t>0.25 </a:t>
                      </a:r>
                      <a:r>
                        <a:rPr lang="mr-IN" sz="800" b="0" i="0" u="none" strike="noStrike" dirty="0" smtClean="0">
                          <a:solidFill>
                            <a:schemeClr val="bg1"/>
                          </a:solidFill>
                          <a:effectLst/>
                          <a:latin typeface="+mn-lt"/>
                        </a:rPr>
                        <a:t>–</a:t>
                      </a:r>
                      <a:r>
                        <a:rPr lang="en-US" sz="800" b="0" i="0" u="none" strike="noStrike" dirty="0" smtClean="0">
                          <a:solidFill>
                            <a:schemeClr val="bg1"/>
                          </a:solidFill>
                          <a:effectLst/>
                          <a:latin typeface="+mn-lt"/>
                        </a:rPr>
                        <a:t> (CTO Acting)</a:t>
                      </a:r>
                      <a:endParaRPr lang="en-US" sz="800" b="0" i="0" u="none" strike="noStrike" dirty="0">
                        <a:solidFill>
                          <a:schemeClr val="bg1"/>
                        </a:solidFill>
                        <a:effectLst/>
                        <a:latin typeface="+mn-lt"/>
                      </a:endParaRPr>
                    </a:p>
                  </a:txBody>
                  <a:tcPr marL="9525" marR="9525" marT="9525" marB="0" anchor="b">
                    <a:solidFill>
                      <a:schemeClr val="accent6">
                        <a:lumMod val="50000"/>
                      </a:schemeClr>
                    </a:solidFill>
                  </a:tcPr>
                </a:tc>
                <a:tc>
                  <a:txBody>
                    <a:bodyPr/>
                    <a:lstStyle/>
                    <a:p>
                      <a:pPr algn="ctr" fontAlgn="b"/>
                      <a:r>
                        <a:rPr lang="en-US" sz="800" b="0" i="0" u="none" strike="noStrike" dirty="0">
                          <a:solidFill>
                            <a:schemeClr val="bg1"/>
                          </a:solidFill>
                          <a:effectLst/>
                          <a:latin typeface="+mn-lt"/>
                        </a:rPr>
                        <a:t>0.25</a:t>
                      </a:r>
                    </a:p>
                  </a:txBody>
                  <a:tcPr marL="9525" marR="9525" marT="9525" marB="0" anchor="b">
                    <a:solidFill>
                      <a:schemeClr val="accent6">
                        <a:lumMod val="50000"/>
                      </a:schemeClr>
                    </a:solidFill>
                  </a:tcPr>
                </a:tc>
                <a:tc>
                  <a:txBody>
                    <a:bodyPr/>
                    <a:lstStyle/>
                    <a:p>
                      <a:pPr algn="ctr" fontAlgn="b"/>
                      <a:r>
                        <a:rPr lang="en-US" sz="800" u="none" strike="noStrike" dirty="0">
                          <a:solidFill>
                            <a:schemeClr val="bg1"/>
                          </a:solidFill>
                          <a:effectLst/>
                          <a:latin typeface="+mn-lt"/>
                        </a:rPr>
                        <a:t>1</a:t>
                      </a:r>
                      <a:endParaRPr lang="en-US" sz="800" b="0" i="0" u="none" strike="noStrike" dirty="0">
                        <a:solidFill>
                          <a:schemeClr val="bg1"/>
                        </a:solidFill>
                        <a:effectLst/>
                        <a:latin typeface="+mn-lt"/>
                      </a:endParaRPr>
                    </a:p>
                  </a:txBody>
                  <a:tcPr marL="9525" marR="9525" marT="9525" marB="0" anchor="b">
                    <a:solidFill>
                      <a:srgbClr val="0070C0"/>
                    </a:solidFill>
                  </a:tcPr>
                </a:tc>
                <a:extLst>
                  <a:ext uri="{0D108BD9-81ED-4DB2-BD59-A6C34878D82A}">
                    <a16:rowId xmlns="" xmlns:a16="http://schemas.microsoft.com/office/drawing/2014/main" val="1868351698"/>
                  </a:ext>
                </a:extLst>
              </a:tr>
              <a:tr h="148437">
                <a:tc>
                  <a:txBody>
                    <a:bodyPr/>
                    <a:lstStyle/>
                    <a:p>
                      <a:pPr algn="r" fontAlgn="b"/>
                      <a:r>
                        <a:rPr lang="en-US" sz="800" b="1" u="none" strike="noStrike" dirty="0">
                          <a:effectLst/>
                          <a:latin typeface="+mn-lt"/>
                        </a:rPr>
                        <a:t>Product Owner</a:t>
                      </a:r>
                      <a:endParaRPr lang="en-US" sz="800" b="1" i="0" u="none" strike="noStrike" dirty="0">
                        <a:solidFill>
                          <a:srgbClr val="000000"/>
                        </a:solidFill>
                        <a:effectLst/>
                        <a:latin typeface="+mn-lt"/>
                      </a:endParaRPr>
                    </a:p>
                  </a:txBody>
                  <a:tcPr marL="9525" marR="9525" marT="9525" marB="0" anchor="b">
                    <a:noFill/>
                  </a:tcPr>
                </a:tc>
                <a:tc>
                  <a:txBody>
                    <a:bodyPr/>
                    <a:lstStyle/>
                    <a:p>
                      <a:pPr algn="ctr" fontAlgn="b"/>
                      <a:endParaRPr lang="en-US" sz="800" b="0" i="0" u="none" strike="noStrike" dirty="0">
                        <a:solidFill>
                          <a:schemeClr val="tx1"/>
                        </a:solidFill>
                        <a:effectLst/>
                        <a:latin typeface="+mn-lt"/>
                      </a:endParaRPr>
                    </a:p>
                  </a:txBody>
                  <a:tcPr marL="9525" marR="9525" marT="9525" marB="0" anchor="b">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algn="ctr" defTabSz="914400" rtl="0" eaLnBrk="1" fontAlgn="b" latinLnBrk="0" hangingPunct="1"/>
                      <a:endParaRPr lang="en-US" sz="800" u="none" strike="noStrike" kern="1200" dirty="0">
                        <a:solidFill>
                          <a:schemeClr val="bg1"/>
                        </a:solidFill>
                        <a:effectLst/>
                        <a:latin typeface="+mn-lt"/>
                        <a:ea typeface="+mn-ea"/>
                        <a:cs typeface="+mn-cs"/>
                      </a:endParaRPr>
                    </a:p>
                  </a:txBody>
                  <a:tcPr marL="9525" marR="9525" marT="9525" marB="0" anchor="b">
                    <a:lnB w="12700" cap="flat" cmpd="sng" algn="ctr">
                      <a:solidFill>
                        <a:schemeClr val="bg1">
                          <a:lumMod val="95000"/>
                        </a:schemeClr>
                      </a:solidFill>
                      <a:prstDash val="solid"/>
                      <a:round/>
                      <a:headEnd type="none" w="med" len="med"/>
                      <a:tailEnd type="none" w="med" len="med"/>
                    </a:lnB>
                    <a:noFill/>
                  </a:tcPr>
                </a:tc>
                <a:tc>
                  <a:txBody>
                    <a:bodyPr/>
                    <a:lstStyle/>
                    <a:p>
                      <a:pPr algn="ctr" fontAlgn="b"/>
                      <a:r>
                        <a:rPr lang="en-US" sz="800" b="0" i="0" u="none" strike="noStrike" dirty="0" smtClean="0">
                          <a:solidFill>
                            <a:schemeClr val="bg1"/>
                          </a:solidFill>
                          <a:effectLst/>
                          <a:latin typeface="+mn-lt"/>
                        </a:rPr>
                        <a:t>0.75  (New)</a:t>
                      </a:r>
                      <a:endParaRPr lang="en-US" sz="800" b="0" i="0" u="none" strike="noStrike" dirty="0">
                        <a:solidFill>
                          <a:schemeClr val="bg1"/>
                        </a:solidFill>
                        <a:effectLst/>
                        <a:latin typeface="+mn-lt"/>
                      </a:endParaRPr>
                    </a:p>
                  </a:txBody>
                  <a:tcPr marL="9525" marR="9525" marT="9525" marB="0" anchor="b">
                    <a:solidFill>
                      <a:srgbClr val="CC00CC"/>
                    </a:solidFill>
                  </a:tcPr>
                </a:tc>
                <a:tc>
                  <a:txBody>
                    <a:bodyPr/>
                    <a:lstStyle/>
                    <a:p>
                      <a:pPr algn="ctr" fontAlgn="b"/>
                      <a:r>
                        <a:rPr lang="en-US" sz="800" b="0" i="0" u="none" strike="noStrike" dirty="0" smtClean="0">
                          <a:solidFill>
                            <a:schemeClr val="bg1"/>
                          </a:solidFill>
                          <a:effectLst/>
                          <a:latin typeface="+mn-lt"/>
                        </a:rPr>
                        <a:t>0.75</a:t>
                      </a:r>
                      <a:endParaRPr lang="en-US" sz="800" b="0" i="0" u="none" strike="noStrike" dirty="0">
                        <a:solidFill>
                          <a:schemeClr val="bg1"/>
                        </a:solidFill>
                        <a:effectLst/>
                        <a:latin typeface="+mn-lt"/>
                      </a:endParaRPr>
                    </a:p>
                  </a:txBody>
                  <a:tcPr marL="9525" marR="9525" marT="9525" marB="0" anchor="b">
                    <a:solidFill>
                      <a:srgbClr val="CC00CC"/>
                    </a:solidFill>
                  </a:tcPr>
                </a:tc>
                <a:extLst>
                  <a:ext uri="{0D108BD9-81ED-4DB2-BD59-A6C34878D82A}">
                    <a16:rowId xmlns="" xmlns:a16="http://schemas.microsoft.com/office/drawing/2014/main" val="3836428596"/>
                  </a:ext>
                </a:extLst>
              </a:tr>
              <a:tr h="148437">
                <a:tc>
                  <a:txBody>
                    <a:bodyPr/>
                    <a:lstStyle/>
                    <a:p>
                      <a:pPr algn="r" fontAlgn="b"/>
                      <a:r>
                        <a:rPr lang="en-US" sz="800" b="1" u="none" strike="noStrike" dirty="0" err="1">
                          <a:effectLst/>
                          <a:latin typeface="+mn-lt"/>
                        </a:rPr>
                        <a:t>Srcum</a:t>
                      </a:r>
                      <a:r>
                        <a:rPr lang="en-US" sz="800" b="1" u="none" strike="noStrike" dirty="0">
                          <a:effectLst/>
                          <a:latin typeface="+mn-lt"/>
                        </a:rPr>
                        <a:t> Master</a:t>
                      </a:r>
                      <a:endParaRPr lang="en-US" sz="800" b="1" i="0" u="none" strike="noStrike" dirty="0">
                        <a:solidFill>
                          <a:srgbClr val="000000"/>
                        </a:solidFill>
                        <a:effectLst/>
                        <a:latin typeface="+mn-lt"/>
                      </a:endParaRPr>
                    </a:p>
                  </a:txBody>
                  <a:tcPr marL="9525" marR="9525" marT="9525" marB="0" anchor="b">
                    <a:noFill/>
                  </a:tcPr>
                </a:tc>
                <a:tc>
                  <a:txBody>
                    <a:bodyPr/>
                    <a:lstStyle/>
                    <a:p>
                      <a:pPr algn="ctr" fontAlgn="b"/>
                      <a:endParaRPr lang="en-US" sz="800" b="0" i="0" u="none" strike="noStrike" dirty="0">
                        <a:solidFill>
                          <a:schemeClr val="tx1"/>
                        </a:solidFill>
                        <a:effectLst/>
                        <a:latin typeface="+mn-lt"/>
                      </a:endParaRPr>
                    </a:p>
                  </a:txBody>
                  <a:tcPr marL="9525" marR="9525" marT="9525" marB="0" anchor="b">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fontAlgn="b"/>
                      <a:endParaRPr lang="en-US" sz="800" b="0" i="0" u="none" strike="noStrike" dirty="0">
                        <a:solidFill>
                          <a:srgbClr val="000000"/>
                        </a:solidFill>
                        <a:effectLst/>
                        <a:latin typeface="+mn-lt"/>
                      </a:endParaRPr>
                    </a:p>
                  </a:txBody>
                  <a:tcPr marL="9525" marR="9525" marT="9525" marB="0" anchor="b">
                    <a:lnT w="12700" cap="flat" cmpd="sng" algn="ctr">
                      <a:solidFill>
                        <a:schemeClr val="bg1">
                          <a:lumMod val="95000"/>
                        </a:schemeClr>
                      </a:solidFill>
                      <a:prstDash val="solid"/>
                      <a:round/>
                      <a:headEnd type="none" w="med" len="med"/>
                      <a:tailEnd type="none" w="med" len="med"/>
                    </a:lnT>
                    <a:noFill/>
                  </a:tcPr>
                </a:tc>
                <a:tc>
                  <a:txBody>
                    <a:bodyPr/>
                    <a:lstStyle/>
                    <a:p>
                      <a:pPr algn="ctr" fontAlgn="b"/>
                      <a:r>
                        <a:rPr lang="en-US" sz="800" u="none" strike="noStrike" dirty="0" smtClean="0">
                          <a:solidFill>
                            <a:schemeClr val="bg1"/>
                          </a:solidFill>
                          <a:effectLst/>
                          <a:latin typeface="+mn-lt"/>
                        </a:rPr>
                        <a:t>0.50</a:t>
                      </a:r>
                      <a:endParaRPr lang="en-US" sz="800" b="0" i="0" u="none" strike="noStrike" dirty="0">
                        <a:solidFill>
                          <a:schemeClr val="bg1"/>
                        </a:solidFill>
                        <a:effectLst/>
                        <a:latin typeface="+mn-lt"/>
                      </a:endParaRPr>
                    </a:p>
                  </a:txBody>
                  <a:tcPr marL="9525" marR="9525" marT="9525" marB="0" anchor="b">
                    <a:solidFill>
                      <a:srgbClr val="00B0F0"/>
                    </a:solidFill>
                  </a:tcPr>
                </a:tc>
                <a:tc>
                  <a:txBody>
                    <a:bodyPr/>
                    <a:lstStyle/>
                    <a:p>
                      <a:pPr algn="ctr" fontAlgn="b"/>
                      <a:r>
                        <a:rPr lang="en-US" sz="800" u="none" strike="noStrike" dirty="0">
                          <a:solidFill>
                            <a:schemeClr val="bg1"/>
                          </a:solidFill>
                          <a:effectLst/>
                          <a:latin typeface="+mn-lt"/>
                        </a:rPr>
                        <a:t>1</a:t>
                      </a:r>
                      <a:endParaRPr lang="en-US" sz="800" b="0" i="0" u="none" strike="noStrike" dirty="0">
                        <a:solidFill>
                          <a:schemeClr val="bg1"/>
                        </a:solidFill>
                        <a:effectLst/>
                        <a:latin typeface="+mn-lt"/>
                      </a:endParaRPr>
                    </a:p>
                  </a:txBody>
                  <a:tcPr marL="9525" marR="9525" marT="9525" marB="0" anchor="b">
                    <a:solidFill>
                      <a:srgbClr val="00B0F0"/>
                    </a:solidFill>
                  </a:tcPr>
                </a:tc>
                <a:extLst>
                  <a:ext uri="{0D108BD9-81ED-4DB2-BD59-A6C34878D82A}">
                    <a16:rowId xmlns="" xmlns:a16="http://schemas.microsoft.com/office/drawing/2014/main" val="2661231789"/>
                  </a:ext>
                </a:extLst>
              </a:tr>
              <a:tr h="148437">
                <a:tc>
                  <a:txBody>
                    <a:bodyPr/>
                    <a:lstStyle/>
                    <a:p>
                      <a:pPr algn="r" fontAlgn="b"/>
                      <a:r>
                        <a:rPr lang="en-US" sz="800" b="1" u="none" strike="noStrike" dirty="0">
                          <a:effectLst/>
                          <a:latin typeface="+mn-lt"/>
                        </a:rPr>
                        <a:t>Developers</a:t>
                      </a:r>
                      <a:endParaRPr lang="en-US" sz="800" b="1" i="0" u="none" strike="noStrike" dirty="0">
                        <a:solidFill>
                          <a:srgbClr val="000000"/>
                        </a:solidFill>
                        <a:effectLst/>
                        <a:latin typeface="+mn-lt"/>
                      </a:endParaRPr>
                    </a:p>
                  </a:txBody>
                  <a:tcPr marL="9525" marR="9525" marT="9525" marB="0" anchor="b">
                    <a:noFill/>
                  </a:tcPr>
                </a:tc>
                <a:tc>
                  <a:txBody>
                    <a:bodyPr/>
                    <a:lstStyle/>
                    <a:p>
                      <a:pPr algn="ctr" fontAlgn="b"/>
                      <a:r>
                        <a:rPr lang="en-US" sz="800" b="0" i="0" u="none" strike="noStrike" baseline="0" dirty="0" smtClean="0">
                          <a:solidFill>
                            <a:schemeClr val="bg1"/>
                          </a:solidFill>
                          <a:effectLst/>
                          <a:latin typeface="+mn-lt"/>
                        </a:rPr>
                        <a:t>6.75  </a:t>
                      </a:r>
                      <a:r>
                        <a:rPr lang="en-US" sz="800" b="0" i="0" u="none" strike="noStrike" baseline="0" dirty="0" smtClean="0">
                          <a:solidFill>
                            <a:schemeClr val="bg1"/>
                          </a:solidFill>
                          <a:effectLst/>
                          <a:latin typeface="+mn-lt"/>
                        </a:rPr>
                        <a:t>(Split)</a:t>
                      </a:r>
                      <a:endParaRPr lang="en-US" sz="800" b="0" i="0" u="none" strike="noStrike" dirty="0">
                        <a:solidFill>
                          <a:schemeClr val="bg1"/>
                        </a:solidFill>
                        <a:effectLst/>
                        <a:latin typeface="+mn-lt"/>
                      </a:endParaRPr>
                    </a:p>
                  </a:txBody>
                  <a:tcPr marL="9525" marR="9525" marT="9525" marB="0" anchor="b">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lumMod val="75000"/>
                      </a:schemeClr>
                    </a:solidFill>
                  </a:tcPr>
                </a:tc>
                <a:tc>
                  <a:txBody>
                    <a:bodyPr/>
                    <a:lstStyle/>
                    <a:p>
                      <a:pPr algn="ctr" fontAlgn="b"/>
                      <a:r>
                        <a:rPr lang="en-US" sz="800" u="none" strike="noStrike" dirty="0" smtClean="0">
                          <a:effectLst/>
                          <a:latin typeface="+mn-lt"/>
                        </a:rPr>
                        <a:t>5.75 (Mostly consolidated)</a:t>
                      </a:r>
                      <a:endParaRPr lang="en-US" sz="800" b="0" i="0" u="none" strike="noStrike" dirty="0">
                        <a:solidFill>
                          <a:srgbClr val="3F3F76"/>
                        </a:solidFill>
                        <a:effectLst/>
                        <a:latin typeface="+mn-lt"/>
                      </a:endParaRPr>
                    </a:p>
                  </a:txBody>
                  <a:tcPr marL="9525" marR="9525" marT="9525" marB="0" anchor="b">
                    <a:solidFill>
                      <a:schemeClr val="accent1">
                        <a:lumMod val="40000"/>
                        <a:lumOff val="60000"/>
                      </a:schemeClr>
                    </a:solidFill>
                  </a:tcPr>
                </a:tc>
                <a:tc>
                  <a:txBody>
                    <a:bodyPr/>
                    <a:lstStyle/>
                    <a:p>
                      <a:pPr algn="ctr" fontAlgn="b"/>
                      <a:r>
                        <a:rPr lang="en-US" sz="800" u="none" strike="noStrike" dirty="0" smtClean="0">
                          <a:effectLst/>
                          <a:latin typeface="+mn-lt"/>
                        </a:rPr>
                        <a:t>5.75 (Mostly Consolidated)</a:t>
                      </a:r>
                      <a:endParaRPr lang="en-US" sz="800" b="0" i="0" u="none" strike="noStrike" dirty="0">
                        <a:solidFill>
                          <a:srgbClr val="3F3F76"/>
                        </a:solidFill>
                        <a:effectLst/>
                        <a:latin typeface="+mn-lt"/>
                      </a:endParaRPr>
                    </a:p>
                  </a:txBody>
                  <a:tcPr marL="9525" marR="9525" marT="9525" marB="0" anchor="b">
                    <a:solidFill>
                      <a:schemeClr val="accent1">
                        <a:lumMod val="40000"/>
                        <a:lumOff val="60000"/>
                      </a:schemeClr>
                    </a:solidFill>
                  </a:tcPr>
                </a:tc>
                <a:tc>
                  <a:txBody>
                    <a:bodyPr/>
                    <a:lstStyle/>
                    <a:p>
                      <a:pPr algn="ctr" fontAlgn="b"/>
                      <a:r>
                        <a:rPr lang="en-US" sz="800" u="none" strike="noStrike" dirty="0" smtClean="0">
                          <a:effectLst/>
                          <a:latin typeface="+mn-lt"/>
                        </a:rPr>
                        <a:t>6 </a:t>
                      </a:r>
                      <a:r>
                        <a:rPr lang="mr-IN" sz="800" u="none" strike="noStrike" dirty="0" smtClean="0">
                          <a:effectLst/>
                          <a:latin typeface="+mn-lt"/>
                        </a:rPr>
                        <a:t>–</a:t>
                      </a:r>
                      <a:r>
                        <a:rPr lang="en-US" sz="800" u="none" strike="noStrike" dirty="0" smtClean="0">
                          <a:effectLst/>
                          <a:latin typeface="+mn-lt"/>
                        </a:rPr>
                        <a:t> Not Split</a:t>
                      </a:r>
                      <a:endParaRPr lang="en-US" sz="800" b="0" i="0" u="none" strike="noStrike" dirty="0">
                        <a:solidFill>
                          <a:srgbClr val="3F3F76"/>
                        </a:solidFill>
                        <a:effectLst/>
                        <a:latin typeface="+mn-lt"/>
                      </a:endParaRPr>
                    </a:p>
                  </a:txBody>
                  <a:tcPr marL="9525" marR="9525" marT="9525" marB="0" anchor="b">
                    <a:solidFill>
                      <a:schemeClr val="accent1">
                        <a:lumMod val="40000"/>
                        <a:lumOff val="60000"/>
                      </a:schemeClr>
                    </a:solidFill>
                  </a:tcPr>
                </a:tc>
                <a:extLst>
                  <a:ext uri="{0D108BD9-81ED-4DB2-BD59-A6C34878D82A}">
                    <a16:rowId xmlns="" xmlns:a16="http://schemas.microsoft.com/office/drawing/2014/main" val="2227602831"/>
                  </a:ext>
                </a:extLst>
              </a:tr>
              <a:tr h="148437">
                <a:tc>
                  <a:txBody>
                    <a:bodyPr/>
                    <a:lstStyle/>
                    <a:p>
                      <a:pPr algn="r" fontAlgn="b"/>
                      <a:r>
                        <a:rPr lang="en-US" sz="800" b="1" u="none" strike="noStrike" dirty="0">
                          <a:effectLst/>
                          <a:latin typeface="+mn-lt"/>
                        </a:rPr>
                        <a:t>Other</a:t>
                      </a:r>
                      <a:endParaRPr lang="en-US" sz="800" b="1" i="0" u="none" strike="noStrike" dirty="0">
                        <a:solidFill>
                          <a:srgbClr val="000000"/>
                        </a:solidFill>
                        <a:effectLst/>
                        <a:latin typeface="+mn-lt"/>
                      </a:endParaRPr>
                    </a:p>
                  </a:txBody>
                  <a:tcPr marL="9525" marR="9525" marT="9525" marB="0" anchor="b">
                    <a:noFill/>
                  </a:tcPr>
                </a:tc>
                <a:tc>
                  <a:txBody>
                    <a:bodyPr/>
                    <a:lstStyle/>
                    <a:p>
                      <a:pPr algn="ctr" fontAlgn="b"/>
                      <a:r>
                        <a:rPr lang="en-US" sz="800" u="none" strike="noStrike" dirty="0" smtClean="0">
                          <a:solidFill>
                            <a:schemeClr val="bg1"/>
                          </a:solidFill>
                          <a:effectLst/>
                          <a:latin typeface="+mn-lt"/>
                        </a:rPr>
                        <a:t>0.25 (Marcus)</a:t>
                      </a:r>
                      <a:endParaRPr lang="en-US" sz="800" b="0" i="0" u="none" strike="noStrike" dirty="0">
                        <a:solidFill>
                          <a:schemeClr val="bg1"/>
                        </a:solidFill>
                        <a:effectLst/>
                        <a:latin typeface="+mn-lt"/>
                      </a:endParaRPr>
                    </a:p>
                  </a:txBody>
                  <a:tcPr marL="9525" marR="9525" marT="9525" marB="0" anchor="b">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lumMod val="50000"/>
                      </a:schemeClr>
                    </a:solidFill>
                  </a:tcPr>
                </a:tc>
                <a:tc>
                  <a:txBody>
                    <a:bodyPr/>
                    <a:lstStyle/>
                    <a:p>
                      <a:pPr marL="0" algn="ctr" defTabSz="914400" rtl="0" eaLnBrk="1" fontAlgn="b" latinLnBrk="0" hangingPunct="1"/>
                      <a:r>
                        <a:rPr lang="en-US" sz="800" u="none" strike="noStrike" kern="1200" dirty="0" smtClean="0">
                          <a:solidFill>
                            <a:schemeClr val="tx1"/>
                          </a:solidFill>
                          <a:effectLst/>
                          <a:latin typeface="+mn-lt"/>
                          <a:ea typeface="+mn-ea"/>
                          <a:cs typeface="+mn-cs"/>
                        </a:rPr>
                        <a:t>0.25 (Marcus</a:t>
                      </a:r>
                      <a:r>
                        <a:rPr lang="en-US" sz="800" u="none" strike="noStrike" kern="1200" baseline="0" dirty="0" smtClean="0">
                          <a:solidFill>
                            <a:schemeClr val="tx1"/>
                          </a:solidFill>
                          <a:effectLst/>
                          <a:latin typeface="+mn-lt"/>
                          <a:ea typeface="+mn-ea"/>
                          <a:cs typeface="+mn-cs"/>
                        </a:rPr>
                        <a:t> </a:t>
                      </a:r>
                      <a:r>
                        <a:rPr lang="mr-IN" sz="800" u="none" strike="noStrike" kern="1200" baseline="0" dirty="0" smtClean="0">
                          <a:solidFill>
                            <a:schemeClr val="tx1"/>
                          </a:solidFill>
                          <a:effectLst/>
                          <a:latin typeface="+mn-lt"/>
                          <a:ea typeface="+mn-ea"/>
                          <a:cs typeface="+mn-cs"/>
                        </a:rPr>
                        <a:t>–</a:t>
                      </a:r>
                      <a:r>
                        <a:rPr lang="en-US" sz="800" u="none" strike="noStrike" kern="1200" baseline="0" dirty="0" smtClean="0">
                          <a:solidFill>
                            <a:schemeClr val="tx1"/>
                          </a:solidFill>
                          <a:effectLst/>
                          <a:latin typeface="+mn-lt"/>
                          <a:ea typeface="+mn-ea"/>
                          <a:cs typeface="+mn-cs"/>
                        </a:rPr>
                        <a:t> Acting)</a:t>
                      </a:r>
                      <a:endParaRPr lang="en-US" sz="800" u="none" strike="noStrike" kern="1200" dirty="0">
                        <a:solidFill>
                          <a:schemeClr val="tx1"/>
                        </a:solidFill>
                        <a:effectLst/>
                        <a:latin typeface="+mn-lt"/>
                        <a:ea typeface="+mn-ea"/>
                        <a:cs typeface="+mn-cs"/>
                      </a:endParaRPr>
                    </a:p>
                  </a:txBody>
                  <a:tcPr marL="9525" marR="9525" marT="9525" marB="0" anchor="b">
                    <a:solidFill>
                      <a:schemeClr val="accent6">
                        <a:lumMod val="60000"/>
                        <a:lumOff val="40000"/>
                      </a:schemeClr>
                    </a:solidFill>
                  </a:tcPr>
                </a:tc>
                <a:tc>
                  <a:txBody>
                    <a:bodyPr/>
                    <a:lstStyle/>
                    <a:p>
                      <a:pPr algn="ctr" fontAlgn="b"/>
                      <a:r>
                        <a:rPr lang="en-US" sz="800" u="none" strike="noStrike" dirty="0" smtClean="0">
                          <a:solidFill>
                            <a:schemeClr val="bg1"/>
                          </a:solidFill>
                          <a:effectLst/>
                          <a:latin typeface="+mn-lt"/>
                        </a:rPr>
                        <a:t>0.25 (New)</a:t>
                      </a:r>
                      <a:endParaRPr lang="en-US" sz="800" b="0" i="0" u="none" strike="noStrike" dirty="0">
                        <a:solidFill>
                          <a:schemeClr val="bg1"/>
                        </a:solidFill>
                        <a:effectLst/>
                        <a:latin typeface="+mn-lt"/>
                      </a:endParaRPr>
                    </a:p>
                  </a:txBody>
                  <a:tcPr marL="9525" marR="9525" marT="9525" marB="0" anchor="b">
                    <a:solidFill>
                      <a:srgbClr val="CC00CC"/>
                    </a:solidFill>
                  </a:tcPr>
                </a:tc>
                <a:tc>
                  <a:txBody>
                    <a:bodyPr/>
                    <a:lstStyle/>
                    <a:p>
                      <a:pPr algn="ctr" fontAlgn="b"/>
                      <a:r>
                        <a:rPr lang="en-US" sz="800" u="none" strike="noStrike" dirty="0">
                          <a:solidFill>
                            <a:schemeClr val="bg1"/>
                          </a:solidFill>
                          <a:effectLst/>
                          <a:latin typeface="+mn-lt"/>
                        </a:rPr>
                        <a:t>0.25</a:t>
                      </a:r>
                      <a:endParaRPr lang="en-US" sz="800" b="0" i="0" u="none" strike="noStrike" dirty="0">
                        <a:solidFill>
                          <a:schemeClr val="bg1"/>
                        </a:solidFill>
                        <a:effectLst/>
                        <a:latin typeface="+mn-lt"/>
                      </a:endParaRPr>
                    </a:p>
                  </a:txBody>
                  <a:tcPr marL="9525" marR="9525" marT="9525" marB="0" anchor="b">
                    <a:solidFill>
                      <a:srgbClr val="CC00CC"/>
                    </a:solidFill>
                  </a:tcPr>
                </a:tc>
                <a:extLst>
                  <a:ext uri="{0D108BD9-81ED-4DB2-BD59-A6C34878D82A}">
                    <a16:rowId xmlns="" xmlns:a16="http://schemas.microsoft.com/office/drawing/2014/main" val="939600196"/>
                  </a:ext>
                </a:extLst>
              </a:tr>
              <a:tr h="148437">
                <a:tc>
                  <a:txBody>
                    <a:bodyPr/>
                    <a:lstStyle/>
                    <a:p>
                      <a:pPr algn="r" fontAlgn="b"/>
                      <a:r>
                        <a:rPr lang="en-US" sz="800" b="1" u="none" strike="noStrike" dirty="0">
                          <a:effectLst/>
                          <a:latin typeface="+mn-lt"/>
                        </a:rPr>
                        <a:t>Head of Field Support</a:t>
                      </a:r>
                      <a:endParaRPr lang="en-US" sz="800" b="1" i="0" u="none" strike="noStrike" dirty="0">
                        <a:solidFill>
                          <a:srgbClr val="000000"/>
                        </a:solidFill>
                        <a:effectLst/>
                        <a:latin typeface="+mn-lt"/>
                      </a:endParaRPr>
                    </a:p>
                  </a:txBody>
                  <a:tcPr marL="9525" marR="9525" marT="9525" marB="0" anchor="b">
                    <a:noFill/>
                  </a:tcPr>
                </a:tc>
                <a:tc>
                  <a:txBody>
                    <a:bodyPr/>
                    <a:lstStyle/>
                    <a:p>
                      <a:pPr algn="ctr" fontAlgn="b"/>
                      <a:endParaRPr lang="en-US" sz="800" b="0" i="0" u="none" strike="noStrike" dirty="0">
                        <a:solidFill>
                          <a:schemeClr val="tx1"/>
                        </a:solidFill>
                        <a:effectLst/>
                        <a:latin typeface="+mn-lt"/>
                      </a:endParaRPr>
                    </a:p>
                  </a:txBody>
                  <a:tcPr marL="9525" marR="9525" marT="9525" marB="0" anchor="b">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algn="ctr" fontAlgn="b"/>
                      <a:r>
                        <a:rPr lang="en-US" sz="800" u="none" strike="noStrike" dirty="0" smtClean="0">
                          <a:effectLst/>
                          <a:latin typeface="+mn-lt"/>
                        </a:rPr>
                        <a:t>0.5 (Marcus</a:t>
                      </a:r>
                      <a:r>
                        <a:rPr lang="en-US" sz="800" u="none" strike="noStrike" baseline="0" dirty="0" smtClean="0">
                          <a:effectLst/>
                          <a:latin typeface="+mn-lt"/>
                        </a:rPr>
                        <a:t> - Acting)</a:t>
                      </a:r>
                      <a:endParaRPr lang="en-US" sz="800" b="0" i="0" u="none" strike="noStrike" dirty="0">
                        <a:solidFill>
                          <a:srgbClr val="000000"/>
                        </a:solidFill>
                        <a:effectLst/>
                        <a:latin typeface="+mn-lt"/>
                      </a:endParaRPr>
                    </a:p>
                  </a:txBody>
                  <a:tcPr marL="9525" marR="9525" marT="9525" marB="0" anchor="b">
                    <a:solidFill>
                      <a:schemeClr val="accent6">
                        <a:lumMod val="60000"/>
                        <a:lumOff val="40000"/>
                      </a:schemeClr>
                    </a:solidFill>
                  </a:tcPr>
                </a:tc>
                <a:tc>
                  <a:txBody>
                    <a:bodyPr/>
                    <a:lstStyle/>
                    <a:p>
                      <a:pPr algn="ctr" fontAlgn="b"/>
                      <a:r>
                        <a:rPr lang="en-US" sz="800" u="none" strike="noStrike" dirty="0" smtClean="0">
                          <a:solidFill>
                            <a:schemeClr val="bg1"/>
                          </a:solidFill>
                          <a:effectLst/>
                          <a:latin typeface="+mn-lt"/>
                        </a:rPr>
                        <a:t>0.5 (New)</a:t>
                      </a:r>
                      <a:endParaRPr lang="en-US" sz="800" b="0" i="0" u="none" strike="noStrike" dirty="0">
                        <a:solidFill>
                          <a:schemeClr val="bg1"/>
                        </a:solidFill>
                        <a:effectLst/>
                        <a:latin typeface="+mn-lt"/>
                      </a:endParaRPr>
                    </a:p>
                  </a:txBody>
                  <a:tcPr marL="9525" marR="9525" marT="9525" marB="0" anchor="b">
                    <a:solidFill>
                      <a:srgbClr val="FF0000"/>
                    </a:solidFill>
                  </a:tcPr>
                </a:tc>
                <a:tc>
                  <a:txBody>
                    <a:bodyPr/>
                    <a:lstStyle/>
                    <a:p>
                      <a:pPr algn="ctr" fontAlgn="b"/>
                      <a:r>
                        <a:rPr lang="en-US" sz="800" b="0" i="0" u="none" strike="noStrike" dirty="0">
                          <a:solidFill>
                            <a:srgbClr val="FFFFFF"/>
                          </a:solidFill>
                          <a:effectLst/>
                          <a:latin typeface="+mn-lt"/>
                        </a:rPr>
                        <a:t>1</a:t>
                      </a:r>
                    </a:p>
                  </a:txBody>
                  <a:tcPr marL="9525" marR="9525" marT="9525" marB="0" anchor="b">
                    <a:solidFill>
                      <a:srgbClr val="FF0000"/>
                    </a:solidFill>
                  </a:tcPr>
                </a:tc>
                <a:extLst>
                  <a:ext uri="{0D108BD9-81ED-4DB2-BD59-A6C34878D82A}">
                    <a16:rowId xmlns="" xmlns:a16="http://schemas.microsoft.com/office/drawing/2014/main" val="3320937380"/>
                  </a:ext>
                </a:extLst>
              </a:tr>
              <a:tr h="148437">
                <a:tc>
                  <a:txBody>
                    <a:bodyPr/>
                    <a:lstStyle/>
                    <a:p>
                      <a:pPr algn="r" fontAlgn="b"/>
                      <a:r>
                        <a:rPr lang="en-US" sz="800" b="1" u="none" strike="noStrike" dirty="0">
                          <a:effectLst/>
                          <a:latin typeface="+mn-lt"/>
                        </a:rPr>
                        <a:t>Field Support Associate</a:t>
                      </a:r>
                      <a:endParaRPr lang="en-US" sz="800" b="1" i="0" u="none" strike="noStrike" dirty="0">
                        <a:solidFill>
                          <a:srgbClr val="000000"/>
                        </a:solidFill>
                        <a:effectLst/>
                        <a:latin typeface="+mn-lt"/>
                      </a:endParaRPr>
                    </a:p>
                  </a:txBody>
                  <a:tcPr marL="9525" marR="9525" marT="9525" marB="0" anchor="b">
                    <a:noFill/>
                  </a:tcPr>
                </a:tc>
                <a:tc>
                  <a:txBody>
                    <a:bodyPr/>
                    <a:lstStyle/>
                    <a:p>
                      <a:pPr algn="ctr" fontAlgn="b"/>
                      <a:r>
                        <a:rPr lang="en-US" sz="800" u="none" strike="noStrike" baseline="0" dirty="0" smtClean="0">
                          <a:solidFill>
                            <a:schemeClr val="bg1"/>
                          </a:solidFill>
                          <a:effectLst/>
                          <a:latin typeface="+mn-lt"/>
                        </a:rPr>
                        <a:t>0.75 (s</a:t>
                      </a:r>
                      <a:r>
                        <a:rPr lang="en-US" sz="800" u="none" strike="noStrike" dirty="0" smtClean="0">
                          <a:solidFill>
                            <a:schemeClr val="bg1"/>
                          </a:solidFill>
                          <a:effectLst/>
                          <a:latin typeface="+mn-lt"/>
                        </a:rPr>
                        <a:t>plit)</a:t>
                      </a:r>
                      <a:endParaRPr lang="en-US" sz="800" b="0" i="0" u="none" strike="noStrike" dirty="0">
                        <a:solidFill>
                          <a:schemeClr val="bg1"/>
                        </a:solidFill>
                        <a:effectLst/>
                        <a:latin typeface="+mn-lt"/>
                      </a:endParaRPr>
                    </a:p>
                  </a:txBody>
                  <a:tcPr marL="9525" marR="9525" marT="9525" marB="0" anchor="b">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solidFill>
                      <a:schemeClr val="bg1">
                        <a:lumMod val="65000"/>
                      </a:schemeClr>
                    </a:solidFill>
                  </a:tcPr>
                </a:tc>
                <a:tc>
                  <a:txBody>
                    <a:bodyPr/>
                    <a:lstStyle/>
                    <a:p>
                      <a:pPr algn="ctr" fontAlgn="b"/>
                      <a:r>
                        <a:rPr lang="en-US" sz="800" u="none" strike="noStrike" dirty="0" smtClean="0">
                          <a:solidFill>
                            <a:schemeClr val="bg1"/>
                          </a:solidFill>
                          <a:effectLst/>
                          <a:latin typeface="+mn-lt"/>
                        </a:rPr>
                        <a:t>1.25 (Split)</a:t>
                      </a:r>
                      <a:endParaRPr lang="en-US" sz="800" b="0" i="0" u="none" strike="noStrike" dirty="0">
                        <a:solidFill>
                          <a:schemeClr val="bg1"/>
                        </a:solidFill>
                        <a:effectLst/>
                        <a:latin typeface="+mn-lt"/>
                      </a:endParaRPr>
                    </a:p>
                  </a:txBody>
                  <a:tcPr marL="9525" marR="9525" marT="9525" marB="0" anchor="b">
                    <a:solidFill>
                      <a:srgbClr val="FC6B27"/>
                    </a:solidFill>
                  </a:tcPr>
                </a:tc>
                <a:tc>
                  <a:txBody>
                    <a:bodyPr/>
                    <a:lstStyle/>
                    <a:p>
                      <a:pPr algn="ctr" fontAlgn="b"/>
                      <a:r>
                        <a:rPr lang="en-US" sz="800" u="none" strike="noStrike" dirty="0" smtClean="0">
                          <a:solidFill>
                            <a:schemeClr val="bg1"/>
                          </a:solidFill>
                          <a:effectLst/>
                          <a:latin typeface="+mn-lt"/>
                        </a:rPr>
                        <a:t>1.75 (Consolidating)</a:t>
                      </a:r>
                      <a:endParaRPr lang="en-US" sz="800" b="0" i="0" u="none" strike="noStrike" dirty="0">
                        <a:solidFill>
                          <a:schemeClr val="bg1"/>
                        </a:solidFill>
                        <a:effectLst/>
                        <a:latin typeface="+mn-lt"/>
                      </a:endParaRPr>
                    </a:p>
                  </a:txBody>
                  <a:tcPr marL="9525" marR="9525" marT="9525" marB="0" anchor="b">
                    <a:solidFill>
                      <a:srgbClr val="FC6B27"/>
                    </a:solidFill>
                  </a:tcPr>
                </a:tc>
                <a:tc>
                  <a:txBody>
                    <a:bodyPr/>
                    <a:lstStyle/>
                    <a:p>
                      <a:pPr algn="ctr" fontAlgn="b"/>
                      <a:r>
                        <a:rPr lang="en-US" sz="800" u="none" strike="noStrike" dirty="0" smtClean="0">
                          <a:solidFill>
                            <a:schemeClr val="bg1"/>
                          </a:solidFill>
                          <a:effectLst/>
                          <a:latin typeface="+mn-lt"/>
                        </a:rPr>
                        <a:t>2 - Consolidated</a:t>
                      </a:r>
                      <a:endParaRPr lang="en-US" sz="800" b="0" i="0" u="none" strike="noStrike" dirty="0">
                        <a:solidFill>
                          <a:schemeClr val="bg1"/>
                        </a:solidFill>
                        <a:effectLst/>
                        <a:latin typeface="+mn-lt"/>
                      </a:endParaRPr>
                    </a:p>
                  </a:txBody>
                  <a:tcPr marL="9525" marR="9525" marT="9525" marB="0" anchor="b">
                    <a:solidFill>
                      <a:srgbClr val="FC6B27"/>
                    </a:solidFill>
                  </a:tcPr>
                </a:tc>
                <a:extLst>
                  <a:ext uri="{0D108BD9-81ED-4DB2-BD59-A6C34878D82A}">
                    <a16:rowId xmlns="" xmlns:a16="http://schemas.microsoft.com/office/drawing/2014/main" val="2017996286"/>
                  </a:ext>
                </a:extLst>
              </a:tr>
              <a:tr h="148437">
                <a:tc>
                  <a:txBody>
                    <a:bodyPr/>
                    <a:lstStyle/>
                    <a:p>
                      <a:pPr algn="r" fontAlgn="b"/>
                      <a:r>
                        <a:rPr lang="en-US" sz="800" b="1" u="none" strike="noStrike" dirty="0">
                          <a:effectLst/>
                          <a:latin typeface="+mn-lt"/>
                        </a:rPr>
                        <a:t>Chief Data Officer</a:t>
                      </a:r>
                      <a:endParaRPr lang="en-US" sz="800" b="1" i="0" u="none" strike="noStrike" dirty="0">
                        <a:solidFill>
                          <a:srgbClr val="000000"/>
                        </a:solidFill>
                        <a:effectLst/>
                        <a:latin typeface="+mn-lt"/>
                      </a:endParaRPr>
                    </a:p>
                  </a:txBody>
                  <a:tcPr marL="9525" marR="9525" marT="9525" marB="0" anchor="b">
                    <a:lnB w="6350" cap="flat" cmpd="sng" algn="ctr">
                      <a:solidFill>
                        <a:schemeClr val="tx1"/>
                      </a:solidFill>
                      <a:prstDash val="solid"/>
                      <a:round/>
                      <a:headEnd type="none" w="med" len="med"/>
                      <a:tailEnd type="none" w="med" len="med"/>
                    </a:lnB>
                    <a:noFill/>
                  </a:tcPr>
                </a:tc>
                <a:tc>
                  <a:txBody>
                    <a:bodyPr/>
                    <a:lstStyle/>
                    <a:p>
                      <a:pPr algn="ctr" fontAlgn="b"/>
                      <a:endParaRPr lang="en-US" sz="800" b="0" i="0" u="none" strike="noStrike" dirty="0">
                        <a:solidFill>
                          <a:srgbClr val="000000"/>
                        </a:solidFill>
                        <a:effectLst/>
                        <a:latin typeface="+mn-lt"/>
                      </a:endParaRPr>
                    </a:p>
                  </a:txBody>
                  <a:tcPr marL="9525" marR="9525" marT="9525" marB="0" anchor="b">
                    <a:lnT w="12700" cap="flat" cmpd="sng" algn="ctr">
                      <a:solidFill>
                        <a:schemeClr val="bg1">
                          <a:lumMod val="9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endParaRPr lang="en-US" sz="800" b="0" i="0" u="none" strike="noStrike" dirty="0">
                        <a:solidFill>
                          <a:srgbClr val="000000"/>
                        </a:solidFill>
                        <a:effectLst/>
                        <a:latin typeface="+mn-lt"/>
                      </a:endParaRPr>
                    </a:p>
                  </a:txBody>
                  <a:tcPr marL="9525" marR="9525" marT="9525" marB="0" anchor="b">
                    <a:lnB w="6350" cap="flat" cmpd="sng" algn="ctr">
                      <a:solidFill>
                        <a:schemeClr val="tx1"/>
                      </a:solidFill>
                      <a:prstDash val="solid"/>
                      <a:round/>
                      <a:headEnd type="none" w="med" len="med"/>
                      <a:tailEnd type="none" w="med" len="med"/>
                    </a:lnB>
                    <a:noFill/>
                  </a:tcPr>
                </a:tc>
                <a:tc>
                  <a:txBody>
                    <a:bodyPr/>
                    <a:lstStyle/>
                    <a:p>
                      <a:pPr algn="ctr" fontAlgn="b"/>
                      <a:endParaRPr lang="en-US" sz="800" b="0" i="0" u="none" strike="noStrike" dirty="0">
                        <a:solidFill>
                          <a:srgbClr val="000000"/>
                        </a:solidFill>
                        <a:effectLst/>
                        <a:latin typeface="+mn-lt"/>
                      </a:endParaRPr>
                    </a:p>
                  </a:txBody>
                  <a:tcPr marL="9525" marR="9525" marT="9525" marB="0" anchor="b">
                    <a:lnB w="6350" cap="flat" cmpd="sng" algn="ctr">
                      <a:solidFill>
                        <a:schemeClr val="tx1"/>
                      </a:solidFill>
                      <a:prstDash val="solid"/>
                      <a:round/>
                      <a:headEnd type="none" w="med" len="med"/>
                      <a:tailEnd type="none" w="med" len="med"/>
                    </a:lnB>
                    <a:noFill/>
                  </a:tcPr>
                </a:tc>
                <a:tc>
                  <a:txBody>
                    <a:bodyPr/>
                    <a:lstStyle/>
                    <a:p>
                      <a:pPr algn="ctr" fontAlgn="b"/>
                      <a:r>
                        <a:rPr lang="en-US" sz="800" u="none" strike="noStrike" dirty="0">
                          <a:solidFill>
                            <a:schemeClr val="bg1"/>
                          </a:solidFill>
                          <a:effectLst/>
                          <a:latin typeface="+mn-lt"/>
                        </a:rPr>
                        <a:t>1</a:t>
                      </a:r>
                      <a:endParaRPr lang="en-US" sz="800" b="0" i="0" u="none" strike="noStrike" dirty="0">
                        <a:solidFill>
                          <a:schemeClr val="bg1"/>
                        </a:solidFill>
                        <a:effectLst/>
                        <a:latin typeface="+mn-lt"/>
                      </a:endParaRPr>
                    </a:p>
                  </a:txBody>
                  <a:tcPr marL="9525" marR="9525" marT="9525" marB="0" anchor="b">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 xmlns:a16="http://schemas.microsoft.com/office/drawing/2014/main" val="3228392270"/>
                  </a:ext>
                </a:extLst>
              </a:tr>
              <a:tr h="148437">
                <a:tc>
                  <a:txBody>
                    <a:bodyPr/>
                    <a:lstStyle/>
                    <a:p>
                      <a:pPr algn="r" fontAlgn="b"/>
                      <a:r>
                        <a:rPr lang="en-US" sz="1100" b="1" u="none" strike="noStrike" dirty="0">
                          <a:effectLst/>
                          <a:latin typeface="+mn-lt"/>
                        </a:rPr>
                        <a:t>Total</a:t>
                      </a:r>
                      <a:endParaRPr lang="en-US" sz="1100" b="1" i="0" u="none" strike="noStrike" dirty="0">
                        <a:solidFill>
                          <a:srgbClr val="000000"/>
                        </a:solidFill>
                        <a:effectLst/>
                        <a:latin typeface="+mn-lt"/>
                      </a:endParaRPr>
                    </a:p>
                  </a:txBody>
                  <a:tcPr marL="9525" marR="9525" marT="9525" marB="0" anchor="b">
                    <a:lnT w="6350" cap="flat" cmpd="sng" algn="ctr">
                      <a:solidFill>
                        <a:schemeClr val="tx1"/>
                      </a:solidFill>
                      <a:prstDash val="solid"/>
                      <a:round/>
                      <a:headEnd type="none" w="med" len="med"/>
                      <a:tailEnd type="none" w="med" len="med"/>
                    </a:lnT>
                    <a:noFill/>
                  </a:tcPr>
                </a:tc>
                <a:tc>
                  <a:txBody>
                    <a:bodyPr/>
                    <a:lstStyle/>
                    <a:p>
                      <a:pPr algn="ctr" fontAlgn="b"/>
                      <a:r>
                        <a:rPr lang="en-US" sz="1100" b="1" u="none" strike="noStrike" dirty="0" smtClean="0">
                          <a:effectLst/>
                          <a:latin typeface="+mn-lt"/>
                        </a:rPr>
                        <a:t>9.5</a:t>
                      </a:r>
                      <a:endParaRPr lang="en-US" sz="1100" b="1" i="0" u="none" strike="noStrike" dirty="0">
                        <a:solidFill>
                          <a:srgbClr val="000000"/>
                        </a:solidFill>
                        <a:effectLst/>
                        <a:latin typeface="+mn-lt"/>
                      </a:endParaRPr>
                    </a:p>
                  </a:txBody>
                  <a:tcPr marL="9525" marR="9525" marT="9525" marB="0" anchor="b">
                    <a:lnT w="6350" cap="flat" cmpd="sng" algn="ctr">
                      <a:solidFill>
                        <a:schemeClr val="tx1"/>
                      </a:solidFill>
                      <a:prstDash val="solid"/>
                      <a:round/>
                      <a:headEnd type="none" w="med" len="med"/>
                      <a:tailEnd type="none" w="med" len="med"/>
                    </a:lnT>
                    <a:noFill/>
                  </a:tcPr>
                </a:tc>
                <a:tc>
                  <a:txBody>
                    <a:bodyPr/>
                    <a:lstStyle/>
                    <a:p>
                      <a:pPr algn="ctr" fontAlgn="b"/>
                      <a:r>
                        <a:rPr lang="en-US" sz="1100" b="1" i="0" u="none" strike="noStrike" dirty="0" smtClean="0">
                          <a:solidFill>
                            <a:schemeClr val="dk1"/>
                          </a:solidFill>
                          <a:effectLst/>
                          <a:latin typeface="+mn-lt"/>
                        </a:rPr>
                        <a:t>10.5</a:t>
                      </a:r>
                      <a:endParaRPr lang="en-US" sz="1100" b="1" i="0" u="none" strike="noStrike" dirty="0">
                        <a:solidFill>
                          <a:srgbClr val="000000"/>
                        </a:solidFill>
                        <a:effectLst/>
                        <a:latin typeface="+mn-lt"/>
                      </a:endParaRPr>
                    </a:p>
                  </a:txBody>
                  <a:tcPr marL="9525" marR="9525" marT="9525" marB="0" anchor="b">
                    <a:lnT w="6350" cap="flat" cmpd="sng" algn="ctr">
                      <a:solidFill>
                        <a:schemeClr val="tx1"/>
                      </a:solidFill>
                      <a:prstDash val="solid"/>
                      <a:round/>
                      <a:headEnd type="none" w="med" len="med"/>
                      <a:tailEnd type="none" w="med" len="med"/>
                    </a:lnT>
                    <a:noFill/>
                  </a:tcPr>
                </a:tc>
                <a:tc>
                  <a:txBody>
                    <a:bodyPr/>
                    <a:lstStyle/>
                    <a:p>
                      <a:pPr algn="ctr" fontAlgn="b"/>
                      <a:r>
                        <a:rPr lang="en-US" sz="1100" b="1" u="none" strike="noStrike" dirty="0" smtClean="0">
                          <a:effectLst/>
                          <a:latin typeface="+mn-lt"/>
                        </a:rPr>
                        <a:t>14.0</a:t>
                      </a:r>
                      <a:endParaRPr lang="en-US" sz="1100" b="1" i="0" u="none" strike="noStrike" dirty="0">
                        <a:solidFill>
                          <a:srgbClr val="000000"/>
                        </a:solidFill>
                        <a:effectLst/>
                        <a:latin typeface="+mn-lt"/>
                      </a:endParaRPr>
                    </a:p>
                  </a:txBody>
                  <a:tcPr marL="9525" marR="9525" marT="9525" marB="0" anchor="b">
                    <a:lnT w="6350" cap="flat" cmpd="sng" algn="ctr">
                      <a:solidFill>
                        <a:schemeClr val="tx1"/>
                      </a:solidFill>
                      <a:prstDash val="solid"/>
                      <a:round/>
                      <a:headEnd type="none" w="med" len="med"/>
                      <a:tailEnd type="none" w="med" len="med"/>
                    </a:lnT>
                    <a:noFill/>
                  </a:tcPr>
                </a:tc>
                <a:tc>
                  <a:txBody>
                    <a:bodyPr/>
                    <a:lstStyle/>
                    <a:p>
                      <a:pPr algn="ctr" fontAlgn="b"/>
                      <a:r>
                        <a:rPr lang="en-US" sz="1100" b="1" u="none" strike="noStrike" dirty="0" smtClean="0">
                          <a:effectLst/>
                          <a:latin typeface="+mn-lt"/>
                        </a:rPr>
                        <a:t>19</a:t>
                      </a:r>
                      <a:endParaRPr lang="en-US" sz="1100" b="1" i="0" u="none" strike="noStrike" dirty="0">
                        <a:solidFill>
                          <a:srgbClr val="000000"/>
                        </a:solidFill>
                        <a:effectLst/>
                        <a:latin typeface="+mn-lt"/>
                      </a:endParaRPr>
                    </a:p>
                  </a:txBody>
                  <a:tcPr marL="9525" marR="9525" marT="9525" marB="0" anchor="b">
                    <a:lnT w="12700" cap="flat" cmpd="sng" algn="ctr">
                      <a:solidFill>
                        <a:schemeClr val="tx1"/>
                      </a:solidFill>
                      <a:prstDash val="solid"/>
                      <a:round/>
                      <a:headEnd type="none" w="med" len="med"/>
                      <a:tailEnd type="none" w="med" len="med"/>
                    </a:lnT>
                    <a:noFill/>
                  </a:tcPr>
                </a:tc>
                <a:extLst>
                  <a:ext uri="{0D108BD9-81ED-4DB2-BD59-A6C34878D82A}">
                    <a16:rowId xmlns="" xmlns:a16="http://schemas.microsoft.com/office/drawing/2014/main" val="3883621714"/>
                  </a:ext>
                </a:extLst>
              </a:tr>
            </a:tbl>
          </a:graphicData>
        </a:graphic>
      </p:graphicFrame>
      <p:sp>
        <p:nvSpPr>
          <p:cNvPr id="937" name="Rectangle 936">
            <a:extLst>
              <a:ext uri="{FF2B5EF4-FFF2-40B4-BE49-F238E27FC236}">
                <a16:creationId xmlns="" xmlns:a16="http://schemas.microsoft.com/office/drawing/2014/main" id="{0EC6FA63-E8D9-48BA-B404-293CB88A739A}"/>
              </a:ext>
            </a:extLst>
          </p:cNvPr>
          <p:cNvSpPr/>
          <p:nvPr/>
        </p:nvSpPr>
        <p:spPr>
          <a:xfrm>
            <a:off x="2425124" y="1908198"/>
            <a:ext cx="242888" cy="12858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i="1"/>
          </a:p>
        </p:txBody>
      </p:sp>
      <p:sp>
        <p:nvSpPr>
          <p:cNvPr id="938" name="Rectangle 937">
            <a:extLst>
              <a:ext uri="{FF2B5EF4-FFF2-40B4-BE49-F238E27FC236}">
                <a16:creationId xmlns="" xmlns:a16="http://schemas.microsoft.com/office/drawing/2014/main" id="{DFEE8E87-CE1F-4E2E-83ED-0CFEE7BBDCFF}"/>
              </a:ext>
            </a:extLst>
          </p:cNvPr>
          <p:cNvSpPr/>
          <p:nvPr/>
        </p:nvSpPr>
        <p:spPr>
          <a:xfrm>
            <a:off x="2425124" y="2128197"/>
            <a:ext cx="242888" cy="12858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i="1"/>
          </a:p>
        </p:txBody>
      </p:sp>
      <p:sp>
        <p:nvSpPr>
          <p:cNvPr id="939" name="Rectangle 938">
            <a:extLst>
              <a:ext uri="{FF2B5EF4-FFF2-40B4-BE49-F238E27FC236}">
                <a16:creationId xmlns="" xmlns:a16="http://schemas.microsoft.com/office/drawing/2014/main" id="{0F1B0B0E-A79C-4672-9122-1D72CED58957}"/>
              </a:ext>
            </a:extLst>
          </p:cNvPr>
          <p:cNvSpPr/>
          <p:nvPr/>
        </p:nvSpPr>
        <p:spPr>
          <a:xfrm>
            <a:off x="2425124" y="2348196"/>
            <a:ext cx="242888" cy="128587"/>
          </a:xfrm>
          <a:prstGeom prst="rect">
            <a:avLst/>
          </a:prstGeom>
          <a:solidFill>
            <a:schemeClr val="bg1">
              <a:lumMod val="75000"/>
            </a:schemeClr>
          </a:solid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0" name="Rectangle 939">
            <a:extLst>
              <a:ext uri="{FF2B5EF4-FFF2-40B4-BE49-F238E27FC236}">
                <a16:creationId xmlns="" xmlns:a16="http://schemas.microsoft.com/office/drawing/2014/main" id="{ABFBBBF4-9AE0-4112-99CA-35FEDD5D4E4D}"/>
              </a:ext>
            </a:extLst>
          </p:cNvPr>
          <p:cNvSpPr/>
          <p:nvPr/>
        </p:nvSpPr>
        <p:spPr>
          <a:xfrm>
            <a:off x="2425124" y="2568195"/>
            <a:ext cx="242888" cy="128587"/>
          </a:xfrm>
          <a:prstGeom prst="rect">
            <a:avLst/>
          </a:prstGeom>
          <a:solidFill>
            <a:schemeClr val="bg1">
              <a:lumMod val="75000"/>
            </a:schemeClr>
          </a:solid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cxnSp>
        <p:nvCxnSpPr>
          <p:cNvPr id="959" name="Straight Connector 958">
            <a:extLst>
              <a:ext uri="{FF2B5EF4-FFF2-40B4-BE49-F238E27FC236}">
                <a16:creationId xmlns="" xmlns:a16="http://schemas.microsoft.com/office/drawing/2014/main" id="{F13D30FB-F334-43B4-B1A2-A2437FD2B25C}"/>
              </a:ext>
            </a:extLst>
          </p:cNvPr>
          <p:cNvCxnSpPr>
            <a:cxnSpLocks/>
            <a:stCxn id="266" idx="2"/>
          </p:cNvCxnSpPr>
          <p:nvPr/>
        </p:nvCxnSpPr>
        <p:spPr>
          <a:xfrm>
            <a:off x="2387015" y="1386319"/>
            <a:ext cx="8" cy="124300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3" name="Straight Connector 962">
            <a:extLst>
              <a:ext uri="{FF2B5EF4-FFF2-40B4-BE49-F238E27FC236}">
                <a16:creationId xmlns="" xmlns:a16="http://schemas.microsoft.com/office/drawing/2014/main" id="{3BFAAA40-014A-4FD4-91AA-6FBFBC1D467B}"/>
              </a:ext>
            </a:extLst>
          </p:cNvPr>
          <p:cNvCxnSpPr/>
          <p:nvPr/>
        </p:nvCxnSpPr>
        <p:spPr>
          <a:xfrm>
            <a:off x="2387023" y="1532493"/>
            <a:ext cx="38101" cy="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4" name="Straight Connector 963">
            <a:extLst>
              <a:ext uri="{FF2B5EF4-FFF2-40B4-BE49-F238E27FC236}">
                <a16:creationId xmlns="" xmlns:a16="http://schemas.microsoft.com/office/drawing/2014/main" id="{2170FBB6-E1AE-4486-97FF-8682C2D9C88D}"/>
              </a:ext>
            </a:extLst>
          </p:cNvPr>
          <p:cNvCxnSpPr/>
          <p:nvPr/>
        </p:nvCxnSpPr>
        <p:spPr>
          <a:xfrm>
            <a:off x="2387021" y="1756332"/>
            <a:ext cx="38101" cy="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5" name="Straight Connector 964">
            <a:extLst>
              <a:ext uri="{FF2B5EF4-FFF2-40B4-BE49-F238E27FC236}">
                <a16:creationId xmlns="" xmlns:a16="http://schemas.microsoft.com/office/drawing/2014/main" id="{ADBCE139-F058-441B-9DB3-A69AD5E88902}"/>
              </a:ext>
            </a:extLst>
          </p:cNvPr>
          <p:cNvCxnSpPr/>
          <p:nvPr/>
        </p:nvCxnSpPr>
        <p:spPr>
          <a:xfrm>
            <a:off x="2387019" y="1980171"/>
            <a:ext cx="38101" cy="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6" name="Straight Connector 965">
            <a:extLst>
              <a:ext uri="{FF2B5EF4-FFF2-40B4-BE49-F238E27FC236}">
                <a16:creationId xmlns="" xmlns:a16="http://schemas.microsoft.com/office/drawing/2014/main" id="{F9F7F035-F692-4A80-A7E9-B1AEBCB750DC}"/>
              </a:ext>
            </a:extLst>
          </p:cNvPr>
          <p:cNvCxnSpPr/>
          <p:nvPr/>
        </p:nvCxnSpPr>
        <p:spPr>
          <a:xfrm>
            <a:off x="2387017" y="2204010"/>
            <a:ext cx="38101" cy="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7" name="Straight Connector 966">
            <a:extLst>
              <a:ext uri="{FF2B5EF4-FFF2-40B4-BE49-F238E27FC236}">
                <a16:creationId xmlns="" xmlns:a16="http://schemas.microsoft.com/office/drawing/2014/main" id="{5A9F8180-ABE0-4F8E-BBBF-D76561807DE1}"/>
              </a:ext>
            </a:extLst>
          </p:cNvPr>
          <p:cNvCxnSpPr/>
          <p:nvPr/>
        </p:nvCxnSpPr>
        <p:spPr>
          <a:xfrm>
            <a:off x="2387015" y="2427849"/>
            <a:ext cx="38101" cy="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8" name="Straight Connector 967">
            <a:extLst>
              <a:ext uri="{FF2B5EF4-FFF2-40B4-BE49-F238E27FC236}">
                <a16:creationId xmlns="" xmlns:a16="http://schemas.microsoft.com/office/drawing/2014/main" id="{5E6932EC-9AA3-49BB-A668-D2BBE323DE90}"/>
              </a:ext>
            </a:extLst>
          </p:cNvPr>
          <p:cNvCxnSpPr/>
          <p:nvPr/>
        </p:nvCxnSpPr>
        <p:spPr>
          <a:xfrm>
            <a:off x="2387013" y="2627873"/>
            <a:ext cx="38101" cy="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239" name="Footer Placeholder 4">
            <a:extLst>
              <a:ext uri="{FF2B5EF4-FFF2-40B4-BE49-F238E27FC236}">
                <a16:creationId xmlns="" xmlns:a16="http://schemas.microsoft.com/office/drawing/2014/main" id="{FDBC39D8-3874-46C1-A83A-93CE035991DB}"/>
              </a:ext>
            </a:extLst>
          </p:cNvPr>
          <p:cNvSpPr>
            <a:spLocks noGrp="1"/>
          </p:cNvSpPr>
          <p:nvPr>
            <p:ph type="ftr" sz="quarter" idx="11"/>
          </p:nvPr>
        </p:nvSpPr>
        <p:spPr>
          <a:xfrm>
            <a:off x="3028950" y="6356351"/>
            <a:ext cx="3086100" cy="365125"/>
          </a:xfrm>
        </p:spPr>
        <p:txBody>
          <a:bodyPr/>
          <a:lstStyle/>
          <a:p>
            <a:r>
              <a:rPr lang="en-US"/>
              <a:t>Discussion Document - Confidential – Not for Distribution</a:t>
            </a:r>
            <a:endParaRPr lang="en-US" dirty="0"/>
          </a:p>
        </p:txBody>
      </p:sp>
      <p:sp>
        <p:nvSpPr>
          <p:cNvPr id="1240" name="Slide Number Placeholder 5">
            <a:extLst>
              <a:ext uri="{FF2B5EF4-FFF2-40B4-BE49-F238E27FC236}">
                <a16:creationId xmlns="" xmlns:a16="http://schemas.microsoft.com/office/drawing/2014/main" id="{89CBF54B-98E2-412D-A403-916D329FCC1F}"/>
              </a:ext>
            </a:extLst>
          </p:cNvPr>
          <p:cNvSpPr>
            <a:spLocks noGrp="1"/>
          </p:cNvSpPr>
          <p:nvPr>
            <p:ph type="sldNum" sz="quarter" idx="12"/>
          </p:nvPr>
        </p:nvSpPr>
        <p:spPr>
          <a:xfrm>
            <a:off x="6457950" y="6356351"/>
            <a:ext cx="2057400" cy="365125"/>
          </a:xfrm>
        </p:spPr>
        <p:txBody>
          <a:bodyPr/>
          <a:lstStyle/>
          <a:p>
            <a:fld id="{3B15A6B3-2ED0-4305-B615-970F20C181DE}" type="datetime1">
              <a:rPr lang="en-US" smtClean="0"/>
              <a:pPr/>
              <a:t>2/28/18</a:t>
            </a:fld>
            <a:r>
              <a:rPr lang="en-US"/>
              <a:t>  - Page</a:t>
            </a:r>
            <a:fld id="{0E394E3E-819E-4067-BE3E-D7D3854741F1}" type="slidenum">
              <a:rPr lang="en-US" smtClean="0"/>
              <a:pPr/>
              <a:t>9</a:t>
            </a:fld>
            <a:endParaRPr lang="en-US" dirty="0"/>
          </a:p>
        </p:txBody>
      </p:sp>
      <p:sp>
        <p:nvSpPr>
          <p:cNvPr id="266" name="Rectangle 265">
            <a:extLst>
              <a:ext uri="{FF2B5EF4-FFF2-40B4-BE49-F238E27FC236}">
                <a16:creationId xmlns="" xmlns:a16="http://schemas.microsoft.com/office/drawing/2014/main" id="{0D2CC082-558D-43CD-947A-54B40EEB3004}"/>
              </a:ext>
            </a:extLst>
          </p:cNvPr>
          <p:cNvSpPr/>
          <p:nvPr/>
        </p:nvSpPr>
        <p:spPr>
          <a:xfrm>
            <a:off x="2265571" y="1257732"/>
            <a:ext cx="242888" cy="12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i="1"/>
          </a:p>
        </p:txBody>
      </p:sp>
      <p:sp>
        <p:nvSpPr>
          <p:cNvPr id="267" name="Rectangle 266">
            <a:extLst>
              <a:ext uri="{FF2B5EF4-FFF2-40B4-BE49-F238E27FC236}">
                <a16:creationId xmlns="" xmlns:a16="http://schemas.microsoft.com/office/drawing/2014/main" id="{4157E394-BB15-4556-8854-1CC2EB7AAF87}"/>
              </a:ext>
            </a:extLst>
          </p:cNvPr>
          <p:cNvSpPr/>
          <p:nvPr/>
        </p:nvSpPr>
        <p:spPr>
          <a:xfrm>
            <a:off x="2265569" y="1257469"/>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 xmlns:a16="http://schemas.microsoft.com/office/drawing/2014/main" id="{DB2B316A-A397-4B11-9017-79FB6F4A9CC9}"/>
              </a:ext>
            </a:extLst>
          </p:cNvPr>
          <p:cNvSpPr/>
          <p:nvPr/>
        </p:nvSpPr>
        <p:spPr>
          <a:xfrm>
            <a:off x="2265569" y="1355615"/>
            <a:ext cx="242888" cy="30165"/>
          </a:xfrm>
          <a:prstGeom prst="rect">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9" name="Rectangle 268">
            <a:extLst>
              <a:ext uri="{FF2B5EF4-FFF2-40B4-BE49-F238E27FC236}">
                <a16:creationId xmlns="" xmlns:a16="http://schemas.microsoft.com/office/drawing/2014/main" id="{B7D24F44-C479-4889-8962-2D9B111D5779}"/>
              </a:ext>
            </a:extLst>
          </p:cNvPr>
          <p:cNvSpPr/>
          <p:nvPr/>
        </p:nvSpPr>
        <p:spPr>
          <a:xfrm>
            <a:off x="2265569" y="1322807"/>
            <a:ext cx="242888" cy="30165"/>
          </a:xfrm>
          <a:prstGeom prst="rect">
            <a:avLst/>
          </a:prstGeom>
          <a:solidFill>
            <a:schemeClr val="bg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70" name="Rectangle 269">
            <a:extLst>
              <a:ext uri="{FF2B5EF4-FFF2-40B4-BE49-F238E27FC236}">
                <a16:creationId xmlns="" xmlns:a16="http://schemas.microsoft.com/office/drawing/2014/main" id="{BF573632-1684-45B3-9261-C7ED3E984E0E}"/>
              </a:ext>
            </a:extLst>
          </p:cNvPr>
          <p:cNvSpPr/>
          <p:nvPr/>
        </p:nvSpPr>
        <p:spPr>
          <a:xfrm>
            <a:off x="2265569" y="1290000"/>
            <a:ext cx="242888" cy="30165"/>
          </a:xfrm>
          <a:prstGeom prst="rect">
            <a:avLst/>
          </a:prstGeom>
          <a:solidFill>
            <a:schemeClr val="bg1">
              <a:lumMod val="6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 xmlns:a16="http://schemas.microsoft.com/office/drawing/2014/main" id="{E6CA1441-444A-419A-8CDE-2AEB9BD1EF12}"/>
              </a:ext>
            </a:extLst>
          </p:cNvPr>
          <p:cNvSpPr/>
          <p:nvPr/>
        </p:nvSpPr>
        <p:spPr>
          <a:xfrm>
            <a:off x="2265569" y="1257192"/>
            <a:ext cx="242888" cy="30165"/>
          </a:xfrm>
          <a:prstGeom prst="rect">
            <a:avLst/>
          </a:prstGeom>
          <a:solidFill>
            <a:schemeClr val="tx1">
              <a:lumMod val="50000"/>
              <a:lumOff val="5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0" name="Straight Connector 279">
            <a:extLst>
              <a:ext uri="{FF2B5EF4-FFF2-40B4-BE49-F238E27FC236}">
                <a16:creationId xmlns="" xmlns:a16="http://schemas.microsoft.com/office/drawing/2014/main" id="{92F5E185-CF01-4E47-8D42-7D6AFAD63891}"/>
              </a:ext>
            </a:extLst>
          </p:cNvPr>
          <p:cNvCxnSpPr>
            <a:cxnSpLocks/>
          </p:cNvCxnSpPr>
          <p:nvPr/>
        </p:nvCxnSpPr>
        <p:spPr>
          <a:xfrm>
            <a:off x="1925060" y="1385429"/>
            <a:ext cx="0" cy="383843"/>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 xmlns:a16="http://schemas.microsoft.com/office/drawing/2014/main" id="{1A88F77B-CCED-4CEC-8084-6017CD5D6D20}"/>
              </a:ext>
            </a:extLst>
          </p:cNvPr>
          <p:cNvCxnSpPr>
            <a:endCxn id="303" idx="1"/>
          </p:cNvCxnSpPr>
          <p:nvPr/>
        </p:nvCxnSpPr>
        <p:spPr>
          <a:xfrm flipV="1">
            <a:off x="1922478" y="1532319"/>
            <a:ext cx="45839" cy="165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 xmlns:a16="http://schemas.microsoft.com/office/drawing/2014/main" id="{3CD8BB1D-AAE7-4CA0-B575-C7F8616689CD}"/>
              </a:ext>
            </a:extLst>
          </p:cNvPr>
          <p:cNvCxnSpPr>
            <a:cxnSpLocks/>
          </p:cNvCxnSpPr>
          <p:nvPr/>
        </p:nvCxnSpPr>
        <p:spPr>
          <a:xfrm flipV="1">
            <a:off x="1932268" y="1766604"/>
            <a:ext cx="41482" cy="1062"/>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304" name="Rectangle 303">
            <a:extLst>
              <a:ext uri="{FF2B5EF4-FFF2-40B4-BE49-F238E27FC236}">
                <a16:creationId xmlns="" xmlns:a16="http://schemas.microsoft.com/office/drawing/2014/main" id="{4157E394-BB15-4556-8854-1CC2EB7AAF87}"/>
              </a:ext>
            </a:extLst>
          </p:cNvPr>
          <p:cNvSpPr/>
          <p:nvPr/>
        </p:nvSpPr>
        <p:spPr>
          <a:xfrm>
            <a:off x="1968317" y="1467762"/>
            <a:ext cx="242888" cy="128587"/>
          </a:xfrm>
          <a:prstGeom prst="rect">
            <a:avLst/>
          </a:prstGeom>
          <a:noFill/>
          <a:ln w="3175">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 xmlns:a16="http://schemas.microsoft.com/office/drawing/2014/main" id="{DB2B316A-A397-4B11-9017-79FB6F4A9CC9}"/>
              </a:ext>
            </a:extLst>
          </p:cNvPr>
          <p:cNvSpPr/>
          <p:nvPr/>
        </p:nvSpPr>
        <p:spPr>
          <a:xfrm>
            <a:off x="1968317" y="1532320"/>
            <a:ext cx="242888" cy="63754"/>
          </a:xfrm>
          <a:prstGeom prst="rect">
            <a:avLst/>
          </a:prstGeom>
          <a:solidFill>
            <a:schemeClr val="bg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highlight>
                <a:srgbClr val="0000FF"/>
              </a:highlight>
            </a:endParaRPr>
          </a:p>
        </p:txBody>
      </p:sp>
      <p:sp>
        <p:nvSpPr>
          <p:cNvPr id="307" name="Rectangle 306">
            <a:extLst>
              <a:ext uri="{FF2B5EF4-FFF2-40B4-BE49-F238E27FC236}">
                <a16:creationId xmlns="" xmlns:a16="http://schemas.microsoft.com/office/drawing/2014/main" id="{BF573632-1684-45B3-9261-C7ED3E984E0E}"/>
              </a:ext>
            </a:extLst>
          </p:cNvPr>
          <p:cNvSpPr/>
          <p:nvPr/>
        </p:nvSpPr>
        <p:spPr>
          <a:xfrm>
            <a:off x="1968317" y="1500293"/>
            <a:ext cx="242888" cy="3016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 xmlns:a16="http://schemas.microsoft.com/office/drawing/2014/main" id="{E6CA1441-444A-419A-8CDE-2AEB9BD1EF12}"/>
              </a:ext>
            </a:extLst>
          </p:cNvPr>
          <p:cNvSpPr/>
          <p:nvPr/>
        </p:nvSpPr>
        <p:spPr>
          <a:xfrm>
            <a:off x="1968317" y="1467485"/>
            <a:ext cx="242888" cy="3016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 xmlns:a16="http://schemas.microsoft.com/office/drawing/2014/main" id="{0D2CC082-558D-43CD-947A-54B40EEB3004}"/>
              </a:ext>
            </a:extLst>
          </p:cNvPr>
          <p:cNvSpPr/>
          <p:nvPr/>
        </p:nvSpPr>
        <p:spPr>
          <a:xfrm>
            <a:off x="1968317" y="1468025"/>
            <a:ext cx="242888" cy="128587"/>
          </a:xfrm>
          <a:prstGeom prst="rect">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a:extLst>
              <a:ext uri="{FF2B5EF4-FFF2-40B4-BE49-F238E27FC236}">
                <a16:creationId xmlns="" xmlns:a16="http://schemas.microsoft.com/office/drawing/2014/main" id="{2E9B1831-E678-4DB2-86FC-2F10F0034194}"/>
              </a:ext>
            </a:extLst>
          </p:cNvPr>
          <p:cNvSpPr/>
          <p:nvPr/>
        </p:nvSpPr>
        <p:spPr>
          <a:xfrm rot="10800000">
            <a:off x="1564255" y="2832074"/>
            <a:ext cx="230165" cy="97980"/>
          </a:xfrm>
          <a:prstGeom prst="rect">
            <a:avLst/>
          </a:prstGeom>
          <a:solidFill>
            <a:srgbClr val="FFFCB4"/>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highlight>
                <a:srgbClr val="0000FF"/>
              </a:highlight>
            </a:endParaRPr>
          </a:p>
        </p:txBody>
      </p:sp>
      <p:sp>
        <p:nvSpPr>
          <p:cNvPr id="13" name="TextBox 12"/>
          <p:cNvSpPr txBox="1"/>
          <p:nvPr/>
        </p:nvSpPr>
        <p:spPr>
          <a:xfrm>
            <a:off x="1471588" y="3004895"/>
            <a:ext cx="415498" cy="276999"/>
          </a:xfrm>
          <a:prstGeom prst="rect">
            <a:avLst/>
          </a:prstGeom>
          <a:noFill/>
        </p:spPr>
        <p:txBody>
          <a:bodyPr wrap="none" rtlCol="0">
            <a:spAutoFit/>
          </a:bodyPr>
          <a:lstStyle/>
          <a:p>
            <a:pPr algn="ctr"/>
            <a:r>
              <a:rPr lang="en-US" sz="600" i="1" dirty="0" smtClean="0"/>
              <a:t>IT Out -</a:t>
            </a:r>
            <a:br>
              <a:rPr lang="en-US" sz="600" i="1" dirty="0" smtClean="0"/>
            </a:br>
            <a:r>
              <a:rPr lang="en-US" sz="600" i="1" dirty="0" smtClean="0"/>
              <a:t>tasking</a:t>
            </a:r>
            <a:endParaRPr lang="en-US" sz="600" i="1" dirty="0"/>
          </a:p>
        </p:txBody>
      </p:sp>
      <p:cxnSp>
        <p:nvCxnSpPr>
          <p:cNvPr id="15" name="Straight Connector 14"/>
          <p:cNvCxnSpPr>
            <a:stCxn id="319" idx="0"/>
            <a:endCxn id="13" idx="0"/>
          </p:cNvCxnSpPr>
          <p:nvPr/>
        </p:nvCxnSpPr>
        <p:spPr>
          <a:xfrm>
            <a:off x="1679337" y="2930054"/>
            <a:ext cx="0" cy="74841"/>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309" name="Rectangle 308">
            <a:extLst>
              <a:ext uri="{FF2B5EF4-FFF2-40B4-BE49-F238E27FC236}">
                <a16:creationId xmlns="" xmlns:a16="http://schemas.microsoft.com/office/drawing/2014/main" id="{2E9B1831-E678-4DB2-86FC-2F10F0034194}"/>
              </a:ext>
            </a:extLst>
          </p:cNvPr>
          <p:cNvSpPr/>
          <p:nvPr/>
        </p:nvSpPr>
        <p:spPr>
          <a:xfrm rot="10800000">
            <a:off x="3064680" y="2832074"/>
            <a:ext cx="230165" cy="979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i="1"/>
          </a:p>
        </p:txBody>
      </p:sp>
      <p:sp>
        <p:nvSpPr>
          <p:cNvPr id="332" name="TextBox 331"/>
          <p:cNvSpPr txBox="1"/>
          <p:nvPr/>
        </p:nvSpPr>
        <p:spPr>
          <a:xfrm>
            <a:off x="2998463" y="3004895"/>
            <a:ext cx="362600" cy="184666"/>
          </a:xfrm>
          <a:prstGeom prst="rect">
            <a:avLst/>
          </a:prstGeom>
          <a:noFill/>
        </p:spPr>
        <p:txBody>
          <a:bodyPr wrap="none" rtlCol="0">
            <a:spAutoFit/>
          </a:bodyPr>
          <a:lstStyle/>
          <a:p>
            <a:pPr algn="ctr"/>
            <a:r>
              <a:rPr lang="en-US" sz="600" i="1" dirty="0" smtClean="0"/>
              <a:t>Other</a:t>
            </a:r>
            <a:endParaRPr lang="en-US" sz="600" i="1" dirty="0"/>
          </a:p>
        </p:txBody>
      </p:sp>
      <p:cxnSp>
        <p:nvCxnSpPr>
          <p:cNvPr id="336" name="Straight Connector 335"/>
          <p:cNvCxnSpPr>
            <a:stCxn id="309" idx="0"/>
            <a:endCxn id="332" idx="0"/>
          </p:cNvCxnSpPr>
          <p:nvPr/>
        </p:nvCxnSpPr>
        <p:spPr>
          <a:xfrm>
            <a:off x="3179762" y="2930054"/>
            <a:ext cx="1" cy="74841"/>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318" name="Rectangle 317">
            <a:extLst>
              <a:ext uri="{FF2B5EF4-FFF2-40B4-BE49-F238E27FC236}">
                <a16:creationId xmlns="" xmlns:a16="http://schemas.microsoft.com/office/drawing/2014/main" id="{2E9B1831-E678-4DB2-86FC-2F10F0034194}"/>
              </a:ext>
            </a:extLst>
          </p:cNvPr>
          <p:cNvSpPr/>
          <p:nvPr/>
        </p:nvSpPr>
        <p:spPr>
          <a:xfrm rot="10800000">
            <a:off x="1953377" y="2832074"/>
            <a:ext cx="230165" cy="9798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i="1"/>
          </a:p>
        </p:txBody>
      </p:sp>
      <p:sp>
        <p:nvSpPr>
          <p:cNvPr id="329" name="TextBox 328"/>
          <p:cNvSpPr txBox="1"/>
          <p:nvPr/>
        </p:nvSpPr>
        <p:spPr>
          <a:xfrm>
            <a:off x="1851893" y="3294868"/>
            <a:ext cx="433132" cy="276999"/>
          </a:xfrm>
          <a:prstGeom prst="rect">
            <a:avLst/>
          </a:prstGeom>
          <a:noFill/>
        </p:spPr>
        <p:txBody>
          <a:bodyPr wrap="none" rtlCol="0">
            <a:spAutoFit/>
          </a:bodyPr>
          <a:lstStyle/>
          <a:p>
            <a:pPr algn="ctr"/>
            <a:r>
              <a:rPr lang="en-US" sz="600" i="1" dirty="0" smtClean="0"/>
              <a:t>IT </a:t>
            </a:r>
            <a:br>
              <a:rPr lang="en-US" sz="600" i="1" dirty="0" smtClean="0"/>
            </a:br>
            <a:r>
              <a:rPr lang="en-US" sz="600" i="1" dirty="0" smtClean="0"/>
              <a:t>Services</a:t>
            </a:r>
            <a:endParaRPr lang="en-US" sz="600" i="1" dirty="0"/>
          </a:p>
        </p:txBody>
      </p:sp>
      <p:cxnSp>
        <p:nvCxnSpPr>
          <p:cNvPr id="339" name="Straight Connector 338"/>
          <p:cNvCxnSpPr>
            <a:stCxn id="318" idx="0"/>
            <a:endCxn id="329" idx="0"/>
          </p:cNvCxnSpPr>
          <p:nvPr/>
        </p:nvCxnSpPr>
        <p:spPr>
          <a:xfrm>
            <a:off x="2068459" y="2930054"/>
            <a:ext cx="0" cy="364814"/>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317" name="Rectangle 316">
            <a:extLst>
              <a:ext uri="{FF2B5EF4-FFF2-40B4-BE49-F238E27FC236}">
                <a16:creationId xmlns="" xmlns:a16="http://schemas.microsoft.com/office/drawing/2014/main" id="{2E9B1831-E678-4DB2-86FC-2F10F0034194}"/>
              </a:ext>
            </a:extLst>
          </p:cNvPr>
          <p:cNvSpPr/>
          <p:nvPr/>
        </p:nvSpPr>
        <p:spPr>
          <a:xfrm rot="10800000">
            <a:off x="2329696" y="2832074"/>
            <a:ext cx="230165" cy="9798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i="1"/>
          </a:p>
        </p:txBody>
      </p:sp>
      <p:sp>
        <p:nvSpPr>
          <p:cNvPr id="330" name="TextBox 329"/>
          <p:cNvSpPr txBox="1"/>
          <p:nvPr/>
        </p:nvSpPr>
        <p:spPr>
          <a:xfrm>
            <a:off x="2144055" y="2995891"/>
            <a:ext cx="601447" cy="276999"/>
          </a:xfrm>
          <a:prstGeom prst="rect">
            <a:avLst/>
          </a:prstGeom>
          <a:noFill/>
        </p:spPr>
        <p:txBody>
          <a:bodyPr wrap="none" rtlCol="0">
            <a:spAutoFit/>
          </a:bodyPr>
          <a:lstStyle/>
          <a:p>
            <a:pPr algn="ctr"/>
            <a:r>
              <a:rPr lang="en-US" sz="600" i="1" dirty="0" smtClean="0"/>
              <a:t>Product </a:t>
            </a:r>
            <a:br>
              <a:rPr lang="en-US" sz="600" i="1" dirty="0" smtClean="0"/>
            </a:br>
            <a:r>
              <a:rPr lang="en-US" sz="600" i="1" dirty="0" smtClean="0"/>
              <a:t>Development</a:t>
            </a:r>
            <a:endParaRPr lang="en-US" sz="600" i="1" dirty="0"/>
          </a:p>
        </p:txBody>
      </p:sp>
      <p:cxnSp>
        <p:nvCxnSpPr>
          <p:cNvPr id="343" name="Straight Connector 342"/>
          <p:cNvCxnSpPr>
            <a:stCxn id="317" idx="0"/>
          </p:cNvCxnSpPr>
          <p:nvPr/>
        </p:nvCxnSpPr>
        <p:spPr>
          <a:xfrm>
            <a:off x="2444778" y="2930054"/>
            <a:ext cx="1" cy="74841"/>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316" name="Rectangle 315">
            <a:extLst>
              <a:ext uri="{FF2B5EF4-FFF2-40B4-BE49-F238E27FC236}">
                <a16:creationId xmlns="" xmlns:a16="http://schemas.microsoft.com/office/drawing/2014/main" id="{2E9B1831-E678-4DB2-86FC-2F10F0034194}"/>
              </a:ext>
            </a:extLst>
          </p:cNvPr>
          <p:cNvSpPr/>
          <p:nvPr/>
        </p:nvSpPr>
        <p:spPr>
          <a:xfrm rot="10800000">
            <a:off x="2694081" y="2832074"/>
            <a:ext cx="230165" cy="9798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i="1"/>
          </a:p>
        </p:txBody>
      </p:sp>
      <p:sp>
        <p:nvSpPr>
          <p:cNvPr id="331" name="TextBox 330"/>
          <p:cNvSpPr txBox="1"/>
          <p:nvPr/>
        </p:nvSpPr>
        <p:spPr>
          <a:xfrm>
            <a:off x="2390022" y="3294868"/>
            <a:ext cx="838282" cy="276999"/>
          </a:xfrm>
          <a:prstGeom prst="rect">
            <a:avLst/>
          </a:prstGeom>
          <a:noFill/>
        </p:spPr>
        <p:txBody>
          <a:bodyPr wrap="square" rtlCol="0">
            <a:spAutoFit/>
          </a:bodyPr>
          <a:lstStyle/>
          <a:p>
            <a:pPr algn="ctr"/>
            <a:r>
              <a:rPr lang="en-US" sz="600" i="1" dirty="0"/>
              <a:t>IT Field/</a:t>
            </a:r>
            <a:br>
              <a:rPr lang="en-US" sz="600" i="1" dirty="0"/>
            </a:br>
            <a:r>
              <a:rPr lang="en-US" sz="600" i="1" dirty="0"/>
              <a:t>Project Support</a:t>
            </a:r>
          </a:p>
        </p:txBody>
      </p:sp>
      <p:cxnSp>
        <p:nvCxnSpPr>
          <p:cNvPr id="346" name="Straight Connector 345"/>
          <p:cNvCxnSpPr/>
          <p:nvPr/>
        </p:nvCxnSpPr>
        <p:spPr>
          <a:xfrm>
            <a:off x="2809163" y="2930054"/>
            <a:ext cx="0" cy="364814"/>
          </a:xfrm>
          <a:prstGeom prst="line">
            <a:avLst/>
          </a:prstGeom>
          <a:ln>
            <a:prstDash val="sysDot"/>
          </a:ln>
        </p:spPr>
        <p:style>
          <a:lnRef idx="1">
            <a:schemeClr val="accent1"/>
          </a:lnRef>
          <a:fillRef idx="0">
            <a:schemeClr val="accent1"/>
          </a:fillRef>
          <a:effectRef idx="0">
            <a:schemeClr val="accent1"/>
          </a:effectRef>
          <a:fontRef idx="minor">
            <a:schemeClr val="tx1"/>
          </a:fontRef>
        </p:style>
      </p:cxnSp>
      <p:sp>
        <p:nvSpPr>
          <p:cNvPr id="363" name="Rectangle 362">
            <a:extLst>
              <a:ext uri="{FF2B5EF4-FFF2-40B4-BE49-F238E27FC236}">
                <a16:creationId xmlns="" xmlns:a16="http://schemas.microsoft.com/office/drawing/2014/main" id="{0D2CC082-558D-43CD-947A-54B40EEB3004}"/>
              </a:ext>
            </a:extLst>
          </p:cNvPr>
          <p:cNvSpPr/>
          <p:nvPr/>
        </p:nvSpPr>
        <p:spPr>
          <a:xfrm>
            <a:off x="1803618" y="1253472"/>
            <a:ext cx="242888" cy="12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i="1"/>
          </a:p>
        </p:txBody>
      </p:sp>
      <p:sp>
        <p:nvSpPr>
          <p:cNvPr id="364" name="Rectangle 363">
            <a:extLst>
              <a:ext uri="{FF2B5EF4-FFF2-40B4-BE49-F238E27FC236}">
                <a16:creationId xmlns="" xmlns:a16="http://schemas.microsoft.com/office/drawing/2014/main" id="{4157E394-BB15-4556-8854-1CC2EB7AAF87}"/>
              </a:ext>
            </a:extLst>
          </p:cNvPr>
          <p:cNvSpPr/>
          <p:nvPr/>
        </p:nvSpPr>
        <p:spPr>
          <a:xfrm>
            <a:off x="1803616" y="1253209"/>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364">
            <a:extLst>
              <a:ext uri="{FF2B5EF4-FFF2-40B4-BE49-F238E27FC236}">
                <a16:creationId xmlns="" xmlns:a16="http://schemas.microsoft.com/office/drawing/2014/main" id="{DB2B316A-A397-4B11-9017-79FB6F4A9CC9}"/>
              </a:ext>
            </a:extLst>
          </p:cNvPr>
          <p:cNvSpPr/>
          <p:nvPr/>
        </p:nvSpPr>
        <p:spPr>
          <a:xfrm>
            <a:off x="1803616" y="1351355"/>
            <a:ext cx="242888" cy="30165"/>
          </a:xfrm>
          <a:prstGeom prst="rect">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6" name="Rectangle 365">
            <a:extLst>
              <a:ext uri="{FF2B5EF4-FFF2-40B4-BE49-F238E27FC236}">
                <a16:creationId xmlns="" xmlns:a16="http://schemas.microsoft.com/office/drawing/2014/main" id="{B7D24F44-C479-4889-8962-2D9B111D5779}"/>
              </a:ext>
            </a:extLst>
          </p:cNvPr>
          <p:cNvSpPr/>
          <p:nvPr/>
        </p:nvSpPr>
        <p:spPr>
          <a:xfrm>
            <a:off x="1803616" y="1318547"/>
            <a:ext cx="242888" cy="30165"/>
          </a:xfrm>
          <a:prstGeom prst="rect">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7" name="Rectangle 366">
            <a:extLst>
              <a:ext uri="{FF2B5EF4-FFF2-40B4-BE49-F238E27FC236}">
                <a16:creationId xmlns="" xmlns:a16="http://schemas.microsoft.com/office/drawing/2014/main" id="{BF573632-1684-45B3-9261-C7ED3E984E0E}"/>
              </a:ext>
            </a:extLst>
          </p:cNvPr>
          <p:cNvSpPr/>
          <p:nvPr/>
        </p:nvSpPr>
        <p:spPr>
          <a:xfrm>
            <a:off x="1803616" y="1285740"/>
            <a:ext cx="242888" cy="30165"/>
          </a:xfrm>
          <a:prstGeom prst="rect">
            <a:avLst/>
          </a:prstGeom>
          <a:solidFill>
            <a:schemeClr val="bg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8" name="Rectangle 367">
            <a:extLst>
              <a:ext uri="{FF2B5EF4-FFF2-40B4-BE49-F238E27FC236}">
                <a16:creationId xmlns="" xmlns:a16="http://schemas.microsoft.com/office/drawing/2014/main" id="{E6CA1441-444A-419A-8CDE-2AEB9BD1EF12}"/>
              </a:ext>
            </a:extLst>
          </p:cNvPr>
          <p:cNvSpPr/>
          <p:nvPr/>
        </p:nvSpPr>
        <p:spPr>
          <a:xfrm>
            <a:off x="1803616" y="1252932"/>
            <a:ext cx="242888" cy="30165"/>
          </a:xfrm>
          <a:prstGeom prst="rect">
            <a:avLst/>
          </a:prstGeom>
          <a:solidFill>
            <a:schemeClr val="bg1">
              <a:lumMod val="6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9" name="Rectangle 368">
            <a:extLst>
              <a:ext uri="{FF2B5EF4-FFF2-40B4-BE49-F238E27FC236}">
                <a16:creationId xmlns="" xmlns:a16="http://schemas.microsoft.com/office/drawing/2014/main" id="{0D2CC082-558D-43CD-947A-54B40EEB3004}"/>
              </a:ext>
            </a:extLst>
          </p:cNvPr>
          <p:cNvSpPr/>
          <p:nvPr/>
        </p:nvSpPr>
        <p:spPr>
          <a:xfrm>
            <a:off x="2417971" y="1485156"/>
            <a:ext cx="242888" cy="1285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i="1"/>
          </a:p>
        </p:txBody>
      </p:sp>
      <p:sp>
        <p:nvSpPr>
          <p:cNvPr id="370" name="Rectangle 369">
            <a:extLst>
              <a:ext uri="{FF2B5EF4-FFF2-40B4-BE49-F238E27FC236}">
                <a16:creationId xmlns="" xmlns:a16="http://schemas.microsoft.com/office/drawing/2014/main" id="{4157E394-BB15-4556-8854-1CC2EB7AAF87}"/>
              </a:ext>
            </a:extLst>
          </p:cNvPr>
          <p:cNvSpPr/>
          <p:nvPr/>
        </p:nvSpPr>
        <p:spPr>
          <a:xfrm>
            <a:off x="2417969" y="1484893"/>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Rectangle 370">
            <a:extLst>
              <a:ext uri="{FF2B5EF4-FFF2-40B4-BE49-F238E27FC236}">
                <a16:creationId xmlns="" xmlns:a16="http://schemas.microsoft.com/office/drawing/2014/main" id="{DB2B316A-A397-4B11-9017-79FB6F4A9CC9}"/>
              </a:ext>
            </a:extLst>
          </p:cNvPr>
          <p:cNvSpPr/>
          <p:nvPr/>
        </p:nvSpPr>
        <p:spPr>
          <a:xfrm>
            <a:off x="2417969" y="1583039"/>
            <a:ext cx="242888" cy="30165"/>
          </a:xfrm>
          <a:prstGeom prst="rect">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72" name="Rectangle 371">
            <a:extLst>
              <a:ext uri="{FF2B5EF4-FFF2-40B4-BE49-F238E27FC236}">
                <a16:creationId xmlns="" xmlns:a16="http://schemas.microsoft.com/office/drawing/2014/main" id="{B7D24F44-C479-4889-8962-2D9B111D5779}"/>
              </a:ext>
            </a:extLst>
          </p:cNvPr>
          <p:cNvSpPr/>
          <p:nvPr/>
        </p:nvSpPr>
        <p:spPr>
          <a:xfrm>
            <a:off x="2417969" y="1550231"/>
            <a:ext cx="242888" cy="30165"/>
          </a:xfrm>
          <a:prstGeom prst="rect">
            <a:avLst/>
          </a:prstGeom>
          <a:solidFill>
            <a:schemeClr val="bg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73" name="Rectangle 372">
            <a:extLst>
              <a:ext uri="{FF2B5EF4-FFF2-40B4-BE49-F238E27FC236}">
                <a16:creationId xmlns="" xmlns:a16="http://schemas.microsoft.com/office/drawing/2014/main" id="{BF573632-1684-45B3-9261-C7ED3E984E0E}"/>
              </a:ext>
            </a:extLst>
          </p:cNvPr>
          <p:cNvSpPr/>
          <p:nvPr/>
        </p:nvSpPr>
        <p:spPr>
          <a:xfrm>
            <a:off x="2417969" y="1517424"/>
            <a:ext cx="242888" cy="30165"/>
          </a:xfrm>
          <a:prstGeom prst="rect">
            <a:avLst/>
          </a:prstGeom>
          <a:solidFill>
            <a:schemeClr val="bg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Rectangle 373">
            <a:extLst>
              <a:ext uri="{FF2B5EF4-FFF2-40B4-BE49-F238E27FC236}">
                <a16:creationId xmlns="" xmlns:a16="http://schemas.microsoft.com/office/drawing/2014/main" id="{E6CA1441-444A-419A-8CDE-2AEB9BD1EF12}"/>
              </a:ext>
            </a:extLst>
          </p:cNvPr>
          <p:cNvSpPr/>
          <p:nvPr/>
        </p:nvSpPr>
        <p:spPr>
          <a:xfrm>
            <a:off x="2417969" y="1484616"/>
            <a:ext cx="242888" cy="30165"/>
          </a:xfrm>
          <a:prstGeom prst="rect">
            <a:avLst/>
          </a:prstGeom>
          <a:solidFill>
            <a:schemeClr val="bg1">
              <a:lumMod val="6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Rectangle 380">
            <a:extLst>
              <a:ext uri="{FF2B5EF4-FFF2-40B4-BE49-F238E27FC236}">
                <a16:creationId xmlns="" xmlns:a16="http://schemas.microsoft.com/office/drawing/2014/main" id="{0D2CC082-558D-43CD-947A-54B40EEB3004}"/>
              </a:ext>
            </a:extLst>
          </p:cNvPr>
          <p:cNvSpPr/>
          <p:nvPr/>
        </p:nvSpPr>
        <p:spPr>
          <a:xfrm>
            <a:off x="2420973" y="1699446"/>
            <a:ext cx="242888" cy="12858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i="1"/>
          </a:p>
        </p:txBody>
      </p:sp>
      <p:sp>
        <p:nvSpPr>
          <p:cNvPr id="382" name="Rectangle 381">
            <a:extLst>
              <a:ext uri="{FF2B5EF4-FFF2-40B4-BE49-F238E27FC236}">
                <a16:creationId xmlns="" xmlns:a16="http://schemas.microsoft.com/office/drawing/2014/main" id="{4157E394-BB15-4556-8854-1CC2EB7AAF87}"/>
              </a:ext>
            </a:extLst>
          </p:cNvPr>
          <p:cNvSpPr/>
          <p:nvPr/>
        </p:nvSpPr>
        <p:spPr>
          <a:xfrm>
            <a:off x="2420971" y="1699183"/>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3" name="Rectangle 382">
            <a:extLst>
              <a:ext uri="{FF2B5EF4-FFF2-40B4-BE49-F238E27FC236}">
                <a16:creationId xmlns="" xmlns:a16="http://schemas.microsoft.com/office/drawing/2014/main" id="{DB2B316A-A397-4B11-9017-79FB6F4A9CC9}"/>
              </a:ext>
            </a:extLst>
          </p:cNvPr>
          <p:cNvSpPr/>
          <p:nvPr/>
        </p:nvSpPr>
        <p:spPr>
          <a:xfrm>
            <a:off x="2420971" y="1797329"/>
            <a:ext cx="242888" cy="30165"/>
          </a:xfrm>
          <a:prstGeom prst="rect">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4" name="Rectangle 383">
            <a:extLst>
              <a:ext uri="{FF2B5EF4-FFF2-40B4-BE49-F238E27FC236}">
                <a16:creationId xmlns="" xmlns:a16="http://schemas.microsoft.com/office/drawing/2014/main" id="{B7D24F44-C479-4889-8962-2D9B111D5779}"/>
              </a:ext>
            </a:extLst>
          </p:cNvPr>
          <p:cNvSpPr/>
          <p:nvPr/>
        </p:nvSpPr>
        <p:spPr>
          <a:xfrm>
            <a:off x="2420971" y="1764521"/>
            <a:ext cx="242888" cy="30165"/>
          </a:xfrm>
          <a:prstGeom prst="rect">
            <a:avLst/>
          </a:prstGeom>
          <a:solidFill>
            <a:schemeClr val="bg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5" name="Rectangle 384">
            <a:extLst>
              <a:ext uri="{FF2B5EF4-FFF2-40B4-BE49-F238E27FC236}">
                <a16:creationId xmlns="" xmlns:a16="http://schemas.microsoft.com/office/drawing/2014/main" id="{BF573632-1684-45B3-9261-C7ED3E984E0E}"/>
              </a:ext>
            </a:extLst>
          </p:cNvPr>
          <p:cNvSpPr/>
          <p:nvPr/>
        </p:nvSpPr>
        <p:spPr>
          <a:xfrm>
            <a:off x="2420971" y="1731714"/>
            <a:ext cx="242888" cy="30165"/>
          </a:xfrm>
          <a:prstGeom prst="rect">
            <a:avLst/>
          </a:prstGeom>
          <a:solidFill>
            <a:schemeClr val="bg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 name="Rectangle 385">
            <a:extLst>
              <a:ext uri="{FF2B5EF4-FFF2-40B4-BE49-F238E27FC236}">
                <a16:creationId xmlns="" xmlns:a16="http://schemas.microsoft.com/office/drawing/2014/main" id="{E6CA1441-444A-419A-8CDE-2AEB9BD1EF12}"/>
              </a:ext>
            </a:extLst>
          </p:cNvPr>
          <p:cNvSpPr/>
          <p:nvPr/>
        </p:nvSpPr>
        <p:spPr>
          <a:xfrm>
            <a:off x="2420971" y="1698906"/>
            <a:ext cx="242888" cy="30165"/>
          </a:xfrm>
          <a:prstGeom prst="rect">
            <a:avLst/>
          </a:prstGeom>
          <a:solidFill>
            <a:schemeClr val="bg1">
              <a:lumMod val="6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1708710" y="1059542"/>
            <a:ext cx="416118" cy="136634"/>
          </a:xfrm>
          <a:prstGeom prst="rect">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600" b="1" dirty="0"/>
              <a:t>Gerardo</a:t>
            </a:r>
          </a:p>
        </p:txBody>
      </p:sp>
      <p:sp>
        <p:nvSpPr>
          <p:cNvPr id="388" name="TextBox 387"/>
          <p:cNvSpPr txBox="1"/>
          <p:nvPr/>
        </p:nvSpPr>
        <p:spPr>
          <a:xfrm>
            <a:off x="2211206" y="1057708"/>
            <a:ext cx="365546" cy="138187"/>
          </a:xfrm>
          <a:prstGeom prst="rect">
            <a:avLst/>
          </a:prstGeom>
          <a:solidFill>
            <a:schemeClr val="accent6">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600" b="1" dirty="0"/>
              <a:t>Marcus</a:t>
            </a:r>
          </a:p>
        </p:txBody>
      </p:sp>
      <p:sp>
        <p:nvSpPr>
          <p:cNvPr id="389" name="TextBox 388"/>
          <p:cNvSpPr txBox="1"/>
          <p:nvPr/>
        </p:nvSpPr>
        <p:spPr>
          <a:xfrm>
            <a:off x="1429135" y="1437840"/>
            <a:ext cx="487634" cy="200055"/>
          </a:xfrm>
          <a:prstGeom prst="rect">
            <a:avLst/>
          </a:prstGeom>
          <a:noFill/>
        </p:spPr>
        <p:txBody>
          <a:bodyPr wrap="none" rtlCol="0">
            <a:spAutoFit/>
          </a:bodyPr>
          <a:lstStyle/>
          <a:p>
            <a:r>
              <a:rPr lang="en-US" sz="700" dirty="0" smtClean="0"/>
              <a:t>Carolina</a:t>
            </a:r>
            <a:endParaRPr lang="en-US" sz="700" dirty="0"/>
          </a:p>
        </p:txBody>
      </p:sp>
      <p:sp>
        <p:nvSpPr>
          <p:cNvPr id="390" name="TextBox 389"/>
          <p:cNvSpPr txBox="1"/>
          <p:nvPr/>
        </p:nvSpPr>
        <p:spPr>
          <a:xfrm>
            <a:off x="1379442" y="1643453"/>
            <a:ext cx="537327" cy="200055"/>
          </a:xfrm>
          <a:prstGeom prst="rect">
            <a:avLst/>
          </a:prstGeom>
          <a:noFill/>
        </p:spPr>
        <p:txBody>
          <a:bodyPr wrap="none" rtlCol="0">
            <a:spAutoFit/>
          </a:bodyPr>
          <a:lstStyle/>
          <a:p>
            <a:r>
              <a:rPr lang="en-US" sz="700" dirty="0" smtClean="0"/>
              <a:t>Mac Tech</a:t>
            </a:r>
            <a:endParaRPr lang="en-US" sz="700" dirty="0"/>
          </a:p>
        </p:txBody>
      </p:sp>
      <p:sp>
        <p:nvSpPr>
          <p:cNvPr id="391" name="TextBox 390"/>
          <p:cNvSpPr txBox="1"/>
          <p:nvPr/>
        </p:nvSpPr>
        <p:spPr>
          <a:xfrm>
            <a:off x="2664907" y="1462943"/>
            <a:ext cx="503664" cy="200055"/>
          </a:xfrm>
          <a:prstGeom prst="rect">
            <a:avLst/>
          </a:prstGeom>
          <a:noFill/>
        </p:spPr>
        <p:txBody>
          <a:bodyPr wrap="none" rtlCol="0">
            <a:spAutoFit/>
          </a:bodyPr>
          <a:lstStyle/>
          <a:p>
            <a:r>
              <a:rPr lang="en-US" sz="700" dirty="0" smtClean="0"/>
              <a:t>Marshall</a:t>
            </a:r>
            <a:endParaRPr lang="en-US" sz="700" dirty="0"/>
          </a:p>
        </p:txBody>
      </p:sp>
      <p:sp>
        <p:nvSpPr>
          <p:cNvPr id="392" name="TextBox 391"/>
          <p:cNvSpPr txBox="1"/>
          <p:nvPr/>
        </p:nvSpPr>
        <p:spPr>
          <a:xfrm>
            <a:off x="2664907" y="1677122"/>
            <a:ext cx="260008" cy="200055"/>
          </a:xfrm>
          <a:prstGeom prst="rect">
            <a:avLst/>
          </a:prstGeom>
          <a:noFill/>
        </p:spPr>
        <p:txBody>
          <a:bodyPr wrap="none" rtlCol="0">
            <a:spAutoFit/>
          </a:bodyPr>
          <a:lstStyle/>
          <a:p>
            <a:r>
              <a:rPr lang="en-US" sz="700" dirty="0" smtClean="0"/>
              <a:t>JP</a:t>
            </a:r>
            <a:endParaRPr lang="en-US" sz="700" dirty="0"/>
          </a:p>
        </p:txBody>
      </p:sp>
      <p:sp>
        <p:nvSpPr>
          <p:cNvPr id="393" name="TextBox 392"/>
          <p:cNvSpPr txBox="1"/>
          <p:nvPr/>
        </p:nvSpPr>
        <p:spPr>
          <a:xfrm>
            <a:off x="2664907" y="1891301"/>
            <a:ext cx="312906" cy="200055"/>
          </a:xfrm>
          <a:prstGeom prst="rect">
            <a:avLst/>
          </a:prstGeom>
          <a:noFill/>
        </p:spPr>
        <p:txBody>
          <a:bodyPr wrap="none" rtlCol="0">
            <a:spAutoFit/>
          </a:bodyPr>
          <a:lstStyle/>
          <a:p>
            <a:r>
              <a:rPr lang="en-US" sz="700" dirty="0" smtClean="0"/>
              <a:t>Lee</a:t>
            </a:r>
            <a:endParaRPr lang="en-US" sz="700" dirty="0"/>
          </a:p>
        </p:txBody>
      </p:sp>
      <p:sp>
        <p:nvSpPr>
          <p:cNvPr id="394" name="TextBox 393"/>
          <p:cNvSpPr txBox="1"/>
          <p:nvPr/>
        </p:nvSpPr>
        <p:spPr>
          <a:xfrm>
            <a:off x="2664907" y="2105480"/>
            <a:ext cx="370614" cy="200055"/>
          </a:xfrm>
          <a:prstGeom prst="rect">
            <a:avLst/>
          </a:prstGeom>
          <a:noFill/>
        </p:spPr>
        <p:txBody>
          <a:bodyPr wrap="none" rtlCol="0">
            <a:spAutoFit/>
          </a:bodyPr>
          <a:lstStyle/>
          <a:p>
            <a:r>
              <a:rPr lang="en-US" sz="700" dirty="0" err="1" smtClean="0"/>
              <a:t>Einar</a:t>
            </a:r>
            <a:endParaRPr lang="en-US" sz="700" dirty="0"/>
          </a:p>
        </p:txBody>
      </p:sp>
      <p:sp>
        <p:nvSpPr>
          <p:cNvPr id="395" name="TextBox 394"/>
          <p:cNvSpPr txBox="1"/>
          <p:nvPr/>
        </p:nvSpPr>
        <p:spPr>
          <a:xfrm>
            <a:off x="2664907" y="2319659"/>
            <a:ext cx="393056" cy="200055"/>
          </a:xfrm>
          <a:prstGeom prst="rect">
            <a:avLst/>
          </a:prstGeom>
          <a:noFill/>
        </p:spPr>
        <p:txBody>
          <a:bodyPr wrap="none" rtlCol="0">
            <a:spAutoFit/>
          </a:bodyPr>
          <a:lstStyle/>
          <a:p>
            <a:r>
              <a:rPr lang="en-US" sz="700" dirty="0" smtClean="0"/>
              <a:t>Justin</a:t>
            </a:r>
            <a:endParaRPr lang="en-US" sz="700" dirty="0"/>
          </a:p>
        </p:txBody>
      </p:sp>
      <p:sp>
        <p:nvSpPr>
          <p:cNvPr id="396" name="TextBox 395"/>
          <p:cNvSpPr txBox="1"/>
          <p:nvPr/>
        </p:nvSpPr>
        <p:spPr>
          <a:xfrm>
            <a:off x="2664907" y="2533838"/>
            <a:ext cx="534121" cy="200055"/>
          </a:xfrm>
          <a:prstGeom prst="rect">
            <a:avLst/>
          </a:prstGeom>
          <a:noFill/>
        </p:spPr>
        <p:txBody>
          <a:bodyPr wrap="none" rtlCol="0">
            <a:spAutoFit/>
          </a:bodyPr>
          <a:lstStyle/>
          <a:p>
            <a:r>
              <a:rPr lang="en-US" sz="700" dirty="0" smtClean="0"/>
              <a:t>(Spencer)</a:t>
            </a:r>
            <a:endParaRPr lang="en-US" sz="700" dirty="0"/>
          </a:p>
        </p:txBody>
      </p:sp>
      <p:sp>
        <p:nvSpPr>
          <p:cNvPr id="425" name="Rectangle 424">
            <a:extLst>
              <a:ext uri="{FF2B5EF4-FFF2-40B4-BE49-F238E27FC236}">
                <a16:creationId xmlns="" xmlns:a16="http://schemas.microsoft.com/office/drawing/2014/main" id="{4157E394-BB15-4556-8854-1CC2EB7AAF87}"/>
              </a:ext>
            </a:extLst>
          </p:cNvPr>
          <p:cNvSpPr/>
          <p:nvPr/>
        </p:nvSpPr>
        <p:spPr>
          <a:xfrm>
            <a:off x="1969865" y="1697034"/>
            <a:ext cx="242888" cy="128587"/>
          </a:xfrm>
          <a:prstGeom prst="rect">
            <a:avLst/>
          </a:prstGeom>
          <a:noFill/>
          <a:ln w="3175">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Rectangle 425">
            <a:extLst>
              <a:ext uri="{FF2B5EF4-FFF2-40B4-BE49-F238E27FC236}">
                <a16:creationId xmlns="" xmlns:a16="http://schemas.microsoft.com/office/drawing/2014/main" id="{DB2B316A-A397-4B11-9017-79FB6F4A9CC9}"/>
              </a:ext>
            </a:extLst>
          </p:cNvPr>
          <p:cNvSpPr/>
          <p:nvPr/>
        </p:nvSpPr>
        <p:spPr>
          <a:xfrm>
            <a:off x="1969865" y="1756332"/>
            <a:ext cx="242888" cy="69013"/>
          </a:xfrm>
          <a:prstGeom prst="rect">
            <a:avLst/>
          </a:prstGeom>
          <a:solidFill>
            <a:srgbClr val="FFFCB4"/>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highlight>
                <a:srgbClr val="0000FF"/>
              </a:highlight>
            </a:endParaRPr>
          </a:p>
        </p:txBody>
      </p:sp>
      <p:sp>
        <p:nvSpPr>
          <p:cNvPr id="429" name="Rectangle 428">
            <a:extLst>
              <a:ext uri="{FF2B5EF4-FFF2-40B4-BE49-F238E27FC236}">
                <a16:creationId xmlns="" xmlns:a16="http://schemas.microsoft.com/office/drawing/2014/main" id="{E6CA1441-444A-419A-8CDE-2AEB9BD1EF12}"/>
              </a:ext>
            </a:extLst>
          </p:cNvPr>
          <p:cNvSpPr/>
          <p:nvPr/>
        </p:nvSpPr>
        <p:spPr>
          <a:xfrm>
            <a:off x="1969865" y="1696757"/>
            <a:ext cx="242888" cy="3016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a:extLst>
              <a:ext uri="{FF2B5EF4-FFF2-40B4-BE49-F238E27FC236}">
                <a16:creationId xmlns="" xmlns:a16="http://schemas.microsoft.com/office/drawing/2014/main" id="{0D2CC082-558D-43CD-947A-54B40EEB3004}"/>
              </a:ext>
            </a:extLst>
          </p:cNvPr>
          <p:cNvSpPr/>
          <p:nvPr/>
        </p:nvSpPr>
        <p:spPr>
          <a:xfrm>
            <a:off x="1969865" y="1697297"/>
            <a:ext cx="242888" cy="128587"/>
          </a:xfrm>
          <a:prstGeom prst="rect">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 xmlns:a16="http://schemas.microsoft.com/office/drawing/2014/main" id="{F6853F87-DD3E-44EF-A074-20DFCB312792}"/>
              </a:ext>
            </a:extLst>
          </p:cNvPr>
          <p:cNvSpPr/>
          <p:nvPr/>
        </p:nvSpPr>
        <p:spPr>
          <a:xfrm>
            <a:off x="4214541" y="1774057"/>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 xmlns:a16="http://schemas.microsoft.com/office/drawing/2014/main" id="{C81431E4-E0FF-40F5-B8DF-65A1999AD79F}"/>
              </a:ext>
            </a:extLst>
          </p:cNvPr>
          <p:cNvSpPr/>
          <p:nvPr/>
        </p:nvSpPr>
        <p:spPr>
          <a:xfrm>
            <a:off x="4209779" y="1839672"/>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54" name="Rectangle 1053">
            <a:extLst>
              <a:ext uri="{FF2B5EF4-FFF2-40B4-BE49-F238E27FC236}">
                <a16:creationId xmlns="" xmlns:a16="http://schemas.microsoft.com/office/drawing/2014/main" id="{17A68A9A-EBE5-47E3-889F-6859DD5658EF}"/>
              </a:ext>
            </a:extLst>
          </p:cNvPr>
          <p:cNvSpPr/>
          <p:nvPr/>
        </p:nvSpPr>
        <p:spPr>
          <a:xfrm>
            <a:off x="4209779" y="1806864"/>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highlight>
                <a:srgbClr val="0000FF"/>
              </a:highlight>
            </a:endParaRPr>
          </a:p>
        </p:txBody>
      </p:sp>
      <p:sp>
        <p:nvSpPr>
          <p:cNvPr id="1056" name="Rectangle 1055">
            <a:extLst>
              <a:ext uri="{FF2B5EF4-FFF2-40B4-BE49-F238E27FC236}">
                <a16:creationId xmlns="" xmlns:a16="http://schemas.microsoft.com/office/drawing/2014/main" id="{220C94F7-1A86-4159-8420-B20527F64C68}"/>
              </a:ext>
            </a:extLst>
          </p:cNvPr>
          <p:cNvSpPr/>
          <p:nvPr/>
        </p:nvSpPr>
        <p:spPr>
          <a:xfrm>
            <a:off x="4209779" y="1741249"/>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7" name="Rectangle 1016">
            <a:extLst>
              <a:ext uri="{FF2B5EF4-FFF2-40B4-BE49-F238E27FC236}">
                <a16:creationId xmlns="" xmlns:a16="http://schemas.microsoft.com/office/drawing/2014/main" id="{FB34B9A3-1FFB-4892-A899-89FF3003E1BC}"/>
              </a:ext>
            </a:extLst>
          </p:cNvPr>
          <p:cNvSpPr/>
          <p:nvPr/>
        </p:nvSpPr>
        <p:spPr>
          <a:xfrm>
            <a:off x="4022851" y="1022413"/>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8" name="Rectangle 1017">
            <a:extLst>
              <a:ext uri="{FF2B5EF4-FFF2-40B4-BE49-F238E27FC236}">
                <a16:creationId xmlns="" xmlns:a16="http://schemas.microsoft.com/office/drawing/2014/main" id="{5AA122FE-4478-43DC-8AF4-E14DDB4F42CE}"/>
              </a:ext>
            </a:extLst>
          </p:cNvPr>
          <p:cNvSpPr/>
          <p:nvPr/>
        </p:nvSpPr>
        <p:spPr>
          <a:xfrm>
            <a:off x="4022851" y="989605"/>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0" name="Rectangle 949">
            <a:extLst>
              <a:ext uri="{FF2B5EF4-FFF2-40B4-BE49-F238E27FC236}">
                <a16:creationId xmlns="" xmlns:a16="http://schemas.microsoft.com/office/drawing/2014/main" id="{2D263282-D2E3-4A6A-9757-F40CE5061107}"/>
              </a:ext>
            </a:extLst>
          </p:cNvPr>
          <p:cNvSpPr/>
          <p:nvPr/>
        </p:nvSpPr>
        <p:spPr>
          <a:xfrm>
            <a:off x="4213358" y="1739950"/>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highlight>
                <a:srgbClr val="0000FF"/>
              </a:highlight>
            </a:endParaRPr>
          </a:p>
        </p:txBody>
      </p:sp>
      <p:sp>
        <p:nvSpPr>
          <p:cNvPr id="942" name="Rectangle 941">
            <a:extLst>
              <a:ext uri="{FF2B5EF4-FFF2-40B4-BE49-F238E27FC236}">
                <a16:creationId xmlns="" xmlns:a16="http://schemas.microsoft.com/office/drawing/2014/main" id="{BB5C5D84-D26C-46DC-9CB9-BED0DBF7551F}"/>
              </a:ext>
            </a:extLst>
          </p:cNvPr>
          <p:cNvSpPr/>
          <p:nvPr/>
        </p:nvSpPr>
        <p:spPr>
          <a:xfrm>
            <a:off x="4022852" y="990577"/>
            <a:ext cx="242888" cy="128587"/>
          </a:xfrm>
          <a:prstGeom prst="rect">
            <a:avLst/>
          </a:prstGeom>
          <a:noFill/>
          <a:ln w="3175">
            <a:solidFill>
              <a:schemeClr val="bg1">
                <a:lumMod val="85000"/>
              </a:schemeClr>
            </a:solidFill>
          </a:ln>
          <a:effectLst>
            <a:glow>
              <a:schemeClr val="accent6">
                <a:lumMod val="5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3" name="Rectangle 942">
            <a:extLst>
              <a:ext uri="{FF2B5EF4-FFF2-40B4-BE49-F238E27FC236}">
                <a16:creationId xmlns="" xmlns:a16="http://schemas.microsoft.com/office/drawing/2014/main" id="{22CF2EAD-0EBB-4E8E-8C34-D4CC197481BB}"/>
              </a:ext>
            </a:extLst>
          </p:cNvPr>
          <p:cNvSpPr/>
          <p:nvPr/>
        </p:nvSpPr>
        <p:spPr>
          <a:xfrm>
            <a:off x="4022852" y="1504133"/>
            <a:ext cx="242888" cy="12858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4" name="Rectangle 943">
            <a:extLst>
              <a:ext uri="{FF2B5EF4-FFF2-40B4-BE49-F238E27FC236}">
                <a16:creationId xmlns="" xmlns:a16="http://schemas.microsoft.com/office/drawing/2014/main" id="{396098A8-F4BD-49B1-868E-C72C706E6D2A}"/>
              </a:ext>
            </a:extLst>
          </p:cNvPr>
          <p:cNvSpPr/>
          <p:nvPr/>
        </p:nvSpPr>
        <p:spPr>
          <a:xfrm>
            <a:off x="4270493" y="1260894"/>
            <a:ext cx="242888" cy="12858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6" name="Rectangle 945">
            <a:extLst>
              <a:ext uri="{FF2B5EF4-FFF2-40B4-BE49-F238E27FC236}">
                <a16:creationId xmlns="" xmlns:a16="http://schemas.microsoft.com/office/drawing/2014/main" id="{B0E173CD-63B5-4341-B2FD-A9F8EFE6A1A1}"/>
              </a:ext>
            </a:extLst>
          </p:cNvPr>
          <p:cNvSpPr/>
          <p:nvPr/>
        </p:nvSpPr>
        <p:spPr>
          <a:xfrm>
            <a:off x="4522916" y="1504133"/>
            <a:ext cx="242888" cy="12858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1" name="Rectangle 950">
            <a:extLst>
              <a:ext uri="{FF2B5EF4-FFF2-40B4-BE49-F238E27FC236}">
                <a16:creationId xmlns="" xmlns:a16="http://schemas.microsoft.com/office/drawing/2014/main" id="{B6E4EC7D-E441-41E0-87BC-D281819DC2C1}"/>
              </a:ext>
            </a:extLst>
          </p:cNvPr>
          <p:cNvSpPr/>
          <p:nvPr/>
        </p:nvSpPr>
        <p:spPr>
          <a:xfrm>
            <a:off x="4213358" y="1952271"/>
            <a:ext cx="242888" cy="128587"/>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970" name="Straight Connector 969">
            <a:extLst>
              <a:ext uri="{FF2B5EF4-FFF2-40B4-BE49-F238E27FC236}">
                <a16:creationId xmlns="" xmlns:a16="http://schemas.microsoft.com/office/drawing/2014/main" id="{17936774-C830-4E69-8E5C-97CE79D95EB6}"/>
              </a:ext>
            </a:extLst>
          </p:cNvPr>
          <p:cNvCxnSpPr>
            <a:stCxn id="942" idx="2"/>
            <a:endCxn id="943" idx="0"/>
          </p:cNvCxnSpPr>
          <p:nvPr/>
        </p:nvCxnSpPr>
        <p:spPr>
          <a:xfrm>
            <a:off x="4144296" y="1119164"/>
            <a:ext cx="0" cy="384969"/>
          </a:xfrm>
          <a:prstGeom prst="line">
            <a:avLst/>
          </a:prstGeom>
          <a:ln w="3175"/>
        </p:spPr>
        <p:style>
          <a:lnRef idx="1">
            <a:schemeClr val="accent1"/>
          </a:lnRef>
          <a:fillRef idx="0">
            <a:schemeClr val="accent1"/>
          </a:fillRef>
          <a:effectRef idx="0">
            <a:schemeClr val="accent1"/>
          </a:effectRef>
          <a:fontRef idx="minor">
            <a:schemeClr val="tx1"/>
          </a:fontRef>
        </p:style>
      </p:cxnSp>
      <p:cxnSp>
        <p:nvCxnSpPr>
          <p:cNvPr id="972" name="Straight Connector 971">
            <a:extLst>
              <a:ext uri="{FF2B5EF4-FFF2-40B4-BE49-F238E27FC236}">
                <a16:creationId xmlns="" xmlns:a16="http://schemas.microsoft.com/office/drawing/2014/main" id="{BB933C96-CF6F-45A8-85EF-E78980C984F1}"/>
              </a:ext>
            </a:extLst>
          </p:cNvPr>
          <p:cNvCxnSpPr>
            <a:cxnSpLocks/>
          </p:cNvCxnSpPr>
          <p:nvPr/>
        </p:nvCxnSpPr>
        <p:spPr>
          <a:xfrm>
            <a:off x="3659711" y="1440461"/>
            <a:ext cx="984649" cy="0"/>
          </a:xfrm>
          <a:prstGeom prst="line">
            <a:avLst/>
          </a:prstGeom>
          <a:ln w="3175"/>
        </p:spPr>
        <p:style>
          <a:lnRef idx="1">
            <a:schemeClr val="accent1"/>
          </a:lnRef>
          <a:fillRef idx="0">
            <a:schemeClr val="accent1"/>
          </a:fillRef>
          <a:effectRef idx="0">
            <a:schemeClr val="accent1"/>
          </a:effectRef>
          <a:fontRef idx="minor">
            <a:schemeClr val="tx1"/>
          </a:fontRef>
        </p:style>
      </p:cxnSp>
      <p:cxnSp>
        <p:nvCxnSpPr>
          <p:cNvPr id="974" name="Straight Connector 973">
            <a:extLst>
              <a:ext uri="{FF2B5EF4-FFF2-40B4-BE49-F238E27FC236}">
                <a16:creationId xmlns="" xmlns:a16="http://schemas.microsoft.com/office/drawing/2014/main" id="{FBFFCA61-84D6-4E62-BA45-203182153E92}"/>
              </a:ext>
            </a:extLst>
          </p:cNvPr>
          <p:cNvCxnSpPr>
            <a:cxnSpLocks/>
          </p:cNvCxnSpPr>
          <p:nvPr/>
        </p:nvCxnSpPr>
        <p:spPr>
          <a:xfrm>
            <a:off x="3663282" y="1440461"/>
            <a:ext cx="0" cy="63672"/>
          </a:xfrm>
          <a:prstGeom prst="line">
            <a:avLst/>
          </a:prstGeom>
          <a:ln w="3175"/>
        </p:spPr>
        <p:style>
          <a:lnRef idx="1">
            <a:schemeClr val="accent1"/>
          </a:lnRef>
          <a:fillRef idx="0">
            <a:schemeClr val="accent1"/>
          </a:fillRef>
          <a:effectRef idx="0">
            <a:schemeClr val="accent1"/>
          </a:effectRef>
          <a:fontRef idx="minor">
            <a:schemeClr val="tx1"/>
          </a:fontRef>
        </p:style>
      </p:cxnSp>
      <p:cxnSp>
        <p:nvCxnSpPr>
          <p:cNvPr id="976" name="Straight Connector 975">
            <a:extLst>
              <a:ext uri="{FF2B5EF4-FFF2-40B4-BE49-F238E27FC236}">
                <a16:creationId xmlns="" xmlns:a16="http://schemas.microsoft.com/office/drawing/2014/main" id="{28EA1732-5B70-4431-962F-BE1441BE8810}"/>
              </a:ext>
            </a:extLst>
          </p:cNvPr>
          <p:cNvCxnSpPr>
            <a:endCxn id="946" idx="0"/>
          </p:cNvCxnSpPr>
          <p:nvPr/>
        </p:nvCxnSpPr>
        <p:spPr>
          <a:xfrm>
            <a:off x="4644360" y="1440461"/>
            <a:ext cx="0" cy="63672"/>
          </a:xfrm>
          <a:prstGeom prst="line">
            <a:avLst/>
          </a:prstGeom>
          <a:ln w="3175"/>
        </p:spPr>
        <p:style>
          <a:lnRef idx="1">
            <a:schemeClr val="accent1"/>
          </a:lnRef>
          <a:fillRef idx="0">
            <a:schemeClr val="accent1"/>
          </a:fillRef>
          <a:effectRef idx="0">
            <a:schemeClr val="accent1"/>
          </a:effectRef>
          <a:fontRef idx="minor">
            <a:schemeClr val="tx1"/>
          </a:fontRef>
        </p:style>
      </p:cxnSp>
      <p:cxnSp>
        <p:nvCxnSpPr>
          <p:cNvPr id="981" name="Straight Connector 980">
            <a:extLst>
              <a:ext uri="{FF2B5EF4-FFF2-40B4-BE49-F238E27FC236}">
                <a16:creationId xmlns="" xmlns:a16="http://schemas.microsoft.com/office/drawing/2014/main" id="{C94336C0-623E-444A-A31F-96699B45D665}"/>
              </a:ext>
            </a:extLst>
          </p:cNvPr>
          <p:cNvCxnSpPr>
            <a:cxnSpLocks/>
            <a:stCxn id="943" idx="2"/>
          </p:cNvCxnSpPr>
          <p:nvPr/>
        </p:nvCxnSpPr>
        <p:spPr>
          <a:xfrm>
            <a:off x="4144296" y="1632720"/>
            <a:ext cx="0" cy="383843"/>
          </a:xfrm>
          <a:prstGeom prst="line">
            <a:avLst/>
          </a:prstGeom>
        </p:spPr>
        <p:style>
          <a:lnRef idx="1">
            <a:schemeClr val="accent1"/>
          </a:lnRef>
          <a:fillRef idx="0">
            <a:schemeClr val="accent1"/>
          </a:fillRef>
          <a:effectRef idx="0">
            <a:schemeClr val="accent1"/>
          </a:effectRef>
          <a:fontRef idx="minor">
            <a:schemeClr val="tx1"/>
          </a:fontRef>
        </p:style>
      </p:cxnSp>
      <p:cxnSp>
        <p:nvCxnSpPr>
          <p:cNvPr id="983" name="Straight Connector 982">
            <a:extLst>
              <a:ext uri="{FF2B5EF4-FFF2-40B4-BE49-F238E27FC236}">
                <a16:creationId xmlns="" xmlns:a16="http://schemas.microsoft.com/office/drawing/2014/main" id="{644E8DFE-7251-4D37-AF83-5802152FF90F}"/>
              </a:ext>
            </a:extLst>
          </p:cNvPr>
          <p:cNvCxnSpPr>
            <a:endCxn id="950" idx="1"/>
          </p:cNvCxnSpPr>
          <p:nvPr/>
        </p:nvCxnSpPr>
        <p:spPr>
          <a:xfrm>
            <a:off x="4144296" y="1804243"/>
            <a:ext cx="69062" cy="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85" name="Straight Connector 984">
            <a:extLst>
              <a:ext uri="{FF2B5EF4-FFF2-40B4-BE49-F238E27FC236}">
                <a16:creationId xmlns="" xmlns:a16="http://schemas.microsoft.com/office/drawing/2014/main" id="{7E96CD4B-AB59-4A37-9086-D3B25EBF4DC6}"/>
              </a:ext>
            </a:extLst>
          </p:cNvPr>
          <p:cNvCxnSpPr>
            <a:cxnSpLocks/>
            <a:endCxn id="951" idx="1"/>
          </p:cNvCxnSpPr>
          <p:nvPr/>
        </p:nvCxnSpPr>
        <p:spPr>
          <a:xfrm>
            <a:off x="4144296" y="2016563"/>
            <a:ext cx="69062" cy="2"/>
          </a:xfrm>
          <a:prstGeom prst="line">
            <a:avLst/>
          </a:prstGeom>
        </p:spPr>
        <p:style>
          <a:lnRef idx="1">
            <a:schemeClr val="accent1"/>
          </a:lnRef>
          <a:fillRef idx="0">
            <a:schemeClr val="accent1"/>
          </a:fillRef>
          <a:effectRef idx="0">
            <a:schemeClr val="accent1"/>
          </a:effectRef>
          <a:fontRef idx="minor">
            <a:schemeClr val="tx1"/>
          </a:fontRef>
        </p:style>
      </p:cxnSp>
      <p:cxnSp>
        <p:nvCxnSpPr>
          <p:cNvPr id="991" name="Straight Connector 990">
            <a:extLst>
              <a:ext uri="{FF2B5EF4-FFF2-40B4-BE49-F238E27FC236}">
                <a16:creationId xmlns="" xmlns:a16="http://schemas.microsoft.com/office/drawing/2014/main" id="{CAEB1DAD-85DA-4984-8EC2-8A0E2D8F150A}"/>
              </a:ext>
            </a:extLst>
          </p:cNvPr>
          <p:cNvCxnSpPr>
            <a:cxnSpLocks/>
          </p:cNvCxnSpPr>
          <p:nvPr/>
        </p:nvCxnSpPr>
        <p:spPr>
          <a:xfrm>
            <a:off x="4341930" y="2092076"/>
            <a:ext cx="0" cy="1189818"/>
          </a:xfrm>
          <a:prstGeom prst="line">
            <a:avLst/>
          </a:prstGeom>
        </p:spPr>
        <p:style>
          <a:lnRef idx="1">
            <a:schemeClr val="accent1"/>
          </a:lnRef>
          <a:fillRef idx="0">
            <a:schemeClr val="accent1"/>
          </a:fillRef>
          <a:effectRef idx="0">
            <a:schemeClr val="accent1"/>
          </a:effectRef>
          <a:fontRef idx="minor">
            <a:schemeClr val="tx1"/>
          </a:fontRef>
        </p:style>
      </p:cxnSp>
      <p:cxnSp>
        <p:nvCxnSpPr>
          <p:cNvPr id="992" name="Straight Connector 991">
            <a:extLst>
              <a:ext uri="{FF2B5EF4-FFF2-40B4-BE49-F238E27FC236}">
                <a16:creationId xmlns="" xmlns:a16="http://schemas.microsoft.com/office/drawing/2014/main" id="{97579AB6-0067-4034-AE67-FF9D9A4D46B3}"/>
              </a:ext>
            </a:extLst>
          </p:cNvPr>
          <p:cNvCxnSpPr/>
          <p:nvPr/>
        </p:nvCxnSpPr>
        <p:spPr>
          <a:xfrm>
            <a:off x="4341930" y="2263599"/>
            <a:ext cx="6906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993" name="Straight Connector 992">
            <a:extLst>
              <a:ext uri="{FF2B5EF4-FFF2-40B4-BE49-F238E27FC236}">
                <a16:creationId xmlns="" xmlns:a16="http://schemas.microsoft.com/office/drawing/2014/main" id="{38EFAB8A-7613-4D9E-B66D-826CEF68EC6C}"/>
              </a:ext>
            </a:extLst>
          </p:cNvPr>
          <p:cNvCxnSpPr>
            <a:cxnSpLocks/>
          </p:cNvCxnSpPr>
          <p:nvPr/>
        </p:nvCxnSpPr>
        <p:spPr>
          <a:xfrm>
            <a:off x="4344311" y="2466600"/>
            <a:ext cx="666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98" name="Straight Connector 997">
            <a:extLst>
              <a:ext uri="{FF2B5EF4-FFF2-40B4-BE49-F238E27FC236}">
                <a16:creationId xmlns="" xmlns:a16="http://schemas.microsoft.com/office/drawing/2014/main" id="{92F5E185-CF01-4E47-8D42-7D6AFAD63891}"/>
              </a:ext>
            </a:extLst>
          </p:cNvPr>
          <p:cNvCxnSpPr>
            <a:cxnSpLocks/>
          </p:cNvCxnSpPr>
          <p:nvPr/>
        </p:nvCxnSpPr>
        <p:spPr>
          <a:xfrm>
            <a:off x="4644360" y="1629677"/>
            <a:ext cx="0" cy="383843"/>
          </a:xfrm>
          <a:prstGeom prst="line">
            <a:avLst/>
          </a:prstGeom>
        </p:spPr>
        <p:style>
          <a:lnRef idx="1">
            <a:schemeClr val="accent1"/>
          </a:lnRef>
          <a:fillRef idx="0">
            <a:schemeClr val="accent1"/>
          </a:fillRef>
          <a:effectRef idx="0">
            <a:schemeClr val="accent1"/>
          </a:effectRef>
          <a:fontRef idx="minor">
            <a:schemeClr val="tx1"/>
          </a:fontRef>
        </p:style>
      </p:cxnSp>
      <p:cxnSp>
        <p:nvCxnSpPr>
          <p:cNvPr id="999" name="Straight Connector 998">
            <a:extLst>
              <a:ext uri="{FF2B5EF4-FFF2-40B4-BE49-F238E27FC236}">
                <a16:creationId xmlns="" xmlns:a16="http://schemas.microsoft.com/office/drawing/2014/main" id="{1A88F77B-CCED-4CEC-8084-6017CD5D6D20}"/>
              </a:ext>
            </a:extLst>
          </p:cNvPr>
          <p:cNvCxnSpPr/>
          <p:nvPr/>
        </p:nvCxnSpPr>
        <p:spPr>
          <a:xfrm>
            <a:off x="4644360" y="1801200"/>
            <a:ext cx="6906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2" name="Straight Connector 1001">
            <a:extLst>
              <a:ext uri="{FF2B5EF4-FFF2-40B4-BE49-F238E27FC236}">
                <a16:creationId xmlns="" xmlns:a16="http://schemas.microsoft.com/office/drawing/2014/main" id="{6AE06D67-6628-460D-B93F-037197BBF3B1}"/>
              </a:ext>
            </a:extLst>
          </p:cNvPr>
          <p:cNvCxnSpPr>
            <a:stCxn id="949" idx="3"/>
            <a:endCxn id="944" idx="1"/>
          </p:cNvCxnSpPr>
          <p:nvPr/>
        </p:nvCxnSpPr>
        <p:spPr>
          <a:xfrm>
            <a:off x="4022851" y="1321764"/>
            <a:ext cx="247642" cy="3424"/>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1007" name="Rectangle 1006">
            <a:extLst>
              <a:ext uri="{FF2B5EF4-FFF2-40B4-BE49-F238E27FC236}">
                <a16:creationId xmlns="" xmlns:a16="http://schemas.microsoft.com/office/drawing/2014/main" id="{401E0D52-4765-49D4-99E9-41764EBD52EA}"/>
              </a:ext>
            </a:extLst>
          </p:cNvPr>
          <p:cNvSpPr/>
          <p:nvPr/>
        </p:nvSpPr>
        <p:spPr>
          <a:xfrm>
            <a:off x="3537070" y="1492418"/>
            <a:ext cx="242888" cy="128587"/>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10" name="Straight Connector 1009">
            <a:extLst>
              <a:ext uri="{FF2B5EF4-FFF2-40B4-BE49-F238E27FC236}">
                <a16:creationId xmlns="" xmlns:a16="http://schemas.microsoft.com/office/drawing/2014/main" id="{F03ED201-2379-4516-86E7-4FDC348E7682}"/>
              </a:ext>
            </a:extLst>
          </p:cNvPr>
          <p:cNvCxnSpPr>
            <a:cxnSpLocks/>
          </p:cNvCxnSpPr>
          <p:nvPr/>
        </p:nvCxnSpPr>
        <p:spPr>
          <a:xfrm flipH="1">
            <a:off x="3658514" y="1629677"/>
            <a:ext cx="1197" cy="3949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1" name="Straight Connector 1010">
            <a:extLst>
              <a:ext uri="{FF2B5EF4-FFF2-40B4-BE49-F238E27FC236}">
                <a16:creationId xmlns="" xmlns:a16="http://schemas.microsoft.com/office/drawing/2014/main" id="{0C327CA0-55A0-49DA-98FF-CE41B228B1C2}"/>
              </a:ext>
            </a:extLst>
          </p:cNvPr>
          <p:cNvCxnSpPr/>
          <p:nvPr/>
        </p:nvCxnSpPr>
        <p:spPr>
          <a:xfrm>
            <a:off x="3659711" y="1801200"/>
            <a:ext cx="69062" cy="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15" name="Rectangle 1014">
            <a:extLst>
              <a:ext uri="{FF2B5EF4-FFF2-40B4-BE49-F238E27FC236}">
                <a16:creationId xmlns="" xmlns:a16="http://schemas.microsoft.com/office/drawing/2014/main" id="{2420F6C4-03C0-45D8-B014-88AFEF3D1871}"/>
              </a:ext>
            </a:extLst>
          </p:cNvPr>
          <p:cNvSpPr/>
          <p:nvPr/>
        </p:nvSpPr>
        <p:spPr>
          <a:xfrm>
            <a:off x="4022851" y="1043314"/>
            <a:ext cx="242888" cy="74879"/>
          </a:xfrm>
          <a:prstGeom prst="rect">
            <a:avLst/>
          </a:prstGeom>
          <a:solidFill>
            <a:schemeClr val="accent6">
              <a:lumMod val="50000"/>
            </a:schemeClr>
          </a:solidFill>
          <a:ln w="3175">
            <a:noFill/>
          </a:ln>
          <a:effectLst>
            <a:glow>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0000FF"/>
              </a:highlight>
            </a:endParaRPr>
          </a:p>
        </p:txBody>
      </p:sp>
      <p:sp>
        <p:nvSpPr>
          <p:cNvPr id="1021" name="Rectangle 1020">
            <a:extLst>
              <a:ext uri="{FF2B5EF4-FFF2-40B4-BE49-F238E27FC236}">
                <a16:creationId xmlns="" xmlns:a16="http://schemas.microsoft.com/office/drawing/2014/main" id="{AEF53356-42C6-4E3F-BFFD-F9FAD50134F0}"/>
              </a:ext>
            </a:extLst>
          </p:cNvPr>
          <p:cNvSpPr/>
          <p:nvPr/>
        </p:nvSpPr>
        <p:spPr>
          <a:xfrm>
            <a:off x="4270494" y="1262806"/>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3" name="Rectangle 1022">
            <a:extLst>
              <a:ext uri="{FF2B5EF4-FFF2-40B4-BE49-F238E27FC236}">
                <a16:creationId xmlns="" xmlns:a16="http://schemas.microsoft.com/office/drawing/2014/main" id="{94BE2B45-990E-4638-B173-9FDBED052DA1}"/>
              </a:ext>
            </a:extLst>
          </p:cNvPr>
          <p:cNvSpPr/>
          <p:nvPr/>
        </p:nvSpPr>
        <p:spPr>
          <a:xfrm>
            <a:off x="4270493" y="1360257"/>
            <a:ext cx="242888" cy="30165"/>
          </a:xfrm>
          <a:prstGeom prst="rect">
            <a:avLst/>
          </a:prstGeom>
          <a:solidFill>
            <a:schemeClr val="accent6">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 name="Rectangle 1023">
            <a:extLst>
              <a:ext uri="{FF2B5EF4-FFF2-40B4-BE49-F238E27FC236}">
                <a16:creationId xmlns="" xmlns:a16="http://schemas.microsoft.com/office/drawing/2014/main" id="{AB0940D8-EFC4-49AE-B90A-33311A405D53}"/>
              </a:ext>
            </a:extLst>
          </p:cNvPr>
          <p:cNvSpPr/>
          <p:nvPr/>
        </p:nvSpPr>
        <p:spPr>
          <a:xfrm>
            <a:off x="4270493" y="1327449"/>
            <a:ext cx="242888" cy="30165"/>
          </a:xfrm>
          <a:prstGeom prst="rect">
            <a:avLst/>
          </a:prstGeom>
          <a:solidFill>
            <a:schemeClr val="bg1">
              <a:lumMod val="5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 name="Rectangle 1024">
            <a:extLst>
              <a:ext uri="{FF2B5EF4-FFF2-40B4-BE49-F238E27FC236}">
                <a16:creationId xmlns="" xmlns:a16="http://schemas.microsoft.com/office/drawing/2014/main" id="{4AE76802-E745-4054-ACEC-A7E61CCC15AC}"/>
              </a:ext>
            </a:extLst>
          </p:cNvPr>
          <p:cNvSpPr/>
          <p:nvPr/>
        </p:nvSpPr>
        <p:spPr>
          <a:xfrm>
            <a:off x="4270493" y="1294642"/>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6" name="Rectangle 1025">
            <a:extLst>
              <a:ext uri="{FF2B5EF4-FFF2-40B4-BE49-F238E27FC236}">
                <a16:creationId xmlns="" xmlns:a16="http://schemas.microsoft.com/office/drawing/2014/main" id="{875B10A9-50B6-4B57-8A70-E8FC6E64D0AB}"/>
              </a:ext>
            </a:extLst>
          </p:cNvPr>
          <p:cNvSpPr/>
          <p:nvPr/>
        </p:nvSpPr>
        <p:spPr>
          <a:xfrm>
            <a:off x="4270493" y="1261834"/>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7" name="Rectangle 1026">
            <a:extLst>
              <a:ext uri="{FF2B5EF4-FFF2-40B4-BE49-F238E27FC236}">
                <a16:creationId xmlns="" xmlns:a16="http://schemas.microsoft.com/office/drawing/2014/main" id="{4157E394-BB15-4556-8854-1CC2EB7AAF87}"/>
              </a:ext>
            </a:extLst>
          </p:cNvPr>
          <p:cNvSpPr/>
          <p:nvPr/>
        </p:nvSpPr>
        <p:spPr>
          <a:xfrm>
            <a:off x="3779962" y="1257902"/>
            <a:ext cx="242888" cy="12858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9" name="Rectangle 1028">
            <a:extLst>
              <a:ext uri="{FF2B5EF4-FFF2-40B4-BE49-F238E27FC236}">
                <a16:creationId xmlns="" xmlns:a16="http://schemas.microsoft.com/office/drawing/2014/main" id="{DB2B316A-A397-4B11-9017-79FB6F4A9CC9}"/>
              </a:ext>
            </a:extLst>
          </p:cNvPr>
          <p:cNvSpPr/>
          <p:nvPr/>
        </p:nvSpPr>
        <p:spPr>
          <a:xfrm>
            <a:off x="3779961" y="1355353"/>
            <a:ext cx="242888" cy="30165"/>
          </a:xfrm>
          <a:prstGeom prst="rect">
            <a:avLst/>
          </a:prstGeom>
          <a:solidFill>
            <a:schemeClr val="accent6">
              <a:lumMod val="5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highlight>
                <a:srgbClr val="0000FF"/>
              </a:highlight>
            </a:endParaRPr>
          </a:p>
        </p:txBody>
      </p:sp>
      <p:sp>
        <p:nvSpPr>
          <p:cNvPr id="1030" name="Rectangle 1029">
            <a:extLst>
              <a:ext uri="{FF2B5EF4-FFF2-40B4-BE49-F238E27FC236}">
                <a16:creationId xmlns="" xmlns:a16="http://schemas.microsoft.com/office/drawing/2014/main" id="{B7D24F44-C479-4889-8962-2D9B111D5779}"/>
              </a:ext>
            </a:extLst>
          </p:cNvPr>
          <p:cNvSpPr/>
          <p:nvPr/>
        </p:nvSpPr>
        <p:spPr>
          <a:xfrm>
            <a:off x="3779961" y="1322545"/>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31" name="Rectangle 1030">
            <a:extLst>
              <a:ext uri="{FF2B5EF4-FFF2-40B4-BE49-F238E27FC236}">
                <a16:creationId xmlns="" xmlns:a16="http://schemas.microsoft.com/office/drawing/2014/main" id="{BF573632-1684-45B3-9261-C7ED3E984E0E}"/>
              </a:ext>
            </a:extLst>
          </p:cNvPr>
          <p:cNvSpPr/>
          <p:nvPr/>
        </p:nvSpPr>
        <p:spPr>
          <a:xfrm>
            <a:off x="3779961" y="1289738"/>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Rectangle 1031">
            <a:extLst>
              <a:ext uri="{FF2B5EF4-FFF2-40B4-BE49-F238E27FC236}">
                <a16:creationId xmlns="" xmlns:a16="http://schemas.microsoft.com/office/drawing/2014/main" id="{E6CA1441-444A-419A-8CDE-2AEB9BD1EF12}"/>
              </a:ext>
            </a:extLst>
          </p:cNvPr>
          <p:cNvSpPr/>
          <p:nvPr/>
        </p:nvSpPr>
        <p:spPr>
          <a:xfrm>
            <a:off x="3779961" y="1256930"/>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 xmlns:a16="http://schemas.microsoft.com/office/drawing/2014/main" id="{BC16943D-E134-4B68-B4EA-2DBD596D44EB}"/>
              </a:ext>
            </a:extLst>
          </p:cNvPr>
          <p:cNvSpPr/>
          <p:nvPr/>
        </p:nvSpPr>
        <p:spPr>
          <a:xfrm>
            <a:off x="3537073" y="1503217"/>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 xmlns:a16="http://schemas.microsoft.com/office/drawing/2014/main" id="{13278A8E-F005-4C97-BDC2-7DEEDF05EE25}"/>
              </a:ext>
            </a:extLst>
          </p:cNvPr>
          <p:cNvSpPr/>
          <p:nvPr/>
        </p:nvSpPr>
        <p:spPr>
          <a:xfrm>
            <a:off x="3537072" y="1560862"/>
            <a:ext cx="242888" cy="69971"/>
          </a:xfrm>
          <a:prstGeom prst="rect">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 xmlns:a16="http://schemas.microsoft.com/office/drawing/2014/main" id="{DA3B75B8-79C8-447E-AE39-0CE349AEFE58}"/>
              </a:ext>
            </a:extLst>
          </p:cNvPr>
          <p:cNvSpPr/>
          <p:nvPr/>
        </p:nvSpPr>
        <p:spPr>
          <a:xfrm>
            <a:off x="3537072" y="1535053"/>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Rectangle 1037">
            <a:extLst>
              <a:ext uri="{FF2B5EF4-FFF2-40B4-BE49-F238E27FC236}">
                <a16:creationId xmlns="" xmlns:a16="http://schemas.microsoft.com/office/drawing/2014/main" id="{86A9C129-7904-46CE-AEB3-EFB692F1A729}"/>
              </a:ext>
            </a:extLst>
          </p:cNvPr>
          <p:cNvSpPr/>
          <p:nvPr/>
        </p:nvSpPr>
        <p:spPr>
          <a:xfrm>
            <a:off x="3537072" y="1502245"/>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 xmlns:a16="http://schemas.microsoft.com/office/drawing/2014/main" id="{22A19207-9BBE-4332-9D6B-523F989807D5}"/>
              </a:ext>
            </a:extLst>
          </p:cNvPr>
          <p:cNvSpPr/>
          <p:nvPr/>
        </p:nvSpPr>
        <p:spPr>
          <a:xfrm>
            <a:off x="4022851" y="1503310"/>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 xmlns:a16="http://schemas.microsoft.com/office/drawing/2014/main" id="{73C66133-70ED-4993-9618-00165BC31FD8}"/>
              </a:ext>
            </a:extLst>
          </p:cNvPr>
          <p:cNvSpPr/>
          <p:nvPr/>
        </p:nvSpPr>
        <p:spPr>
          <a:xfrm>
            <a:off x="4022850" y="1600761"/>
            <a:ext cx="242888" cy="30165"/>
          </a:xfrm>
          <a:prstGeom prst="rect">
            <a:avLst/>
          </a:prstGeom>
          <a:solidFill>
            <a:schemeClr val="accent6">
              <a:lumMod val="5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42" name="Rectangle 1041">
            <a:extLst>
              <a:ext uri="{FF2B5EF4-FFF2-40B4-BE49-F238E27FC236}">
                <a16:creationId xmlns="" xmlns:a16="http://schemas.microsoft.com/office/drawing/2014/main" id="{305C5EB9-0092-4716-98E7-F401B8755B90}"/>
              </a:ext>
            </a:extLst>
          </p:cNvPr>
          <p:cNvSpPr/>
          <p:nvPr/>
        </p:nvSpPr>
        <p:spPr>
          <a:xfrm>
            <a:off x="4022850" y="1567953"/>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Rectangle 1042">
            <a:extLst>
              <a:ext uri="{FF2B5EF4-FFF2-40B4-BE49-F238E27FC236}">
                <a16:creationId xmlns="" xmlns:a16="http://schemas.microsoft.com/office/drawing/2014/main" id="{A151FB6A-D95E-4641-A1F3-10F5D89952D1}"/>
              </a:ext>
            </a:extLst>
          </p:cNvPr>
          <p:cNvSpPr/>
          <p:nvPr/>
        </p:nvSpPr>
        <p:spPr>
          <a:xfrm>
            <a:off x="4022850" y="1535146"/>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Rectangle 1043">
            <a:extLst>
              <a:ext uri="{FF2B5EF4-FFF2-40B4-BE49-F238E27FC236}">
                <a16:creationId xmlns="" xmlns:a16="http://schemas.microsoft.com/office/drawing/2014/main" id="{C64D03AF-C1EF-4831-AADC-E1658D2A5D52}"/>
              </a:ext>
            </a:extLst>
          </p:cNvPr>
          <p:cNvSpPr/>
          <p:nvPr/>
        </p:nvSpPr>
        <p:spPr>
          <a:xfrm>
            <a:off x="4022850" y="1502338"/>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Rectangle 1044">
            <a:extLst>
              <a:ext uri="{FF2B5EF4-FFF2-40B4-BE49-F238E27FC236}">
                <a16:creationId xmlns="" xmlns:a16="http://schemas.microsoft.com/office/drawing/2014/main" id="{BC980496-AC6A-4E6A-B58C-E25655D61446}"/>
              </a:ext>
            </a:extLst>
          </p:cNvPr>
          <p:cNvSpPr/>
          <p:nvPr/>
        </p:nvSpPr>
        <p:spPr>
          <a:xfrm>
            <a:off x="4520534" y="1503403"/>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Rectangle 1046">
            <a:extLst>
              <a:ext uri="{FF2B5EF4-FFF2-40B4-BE49-F238E27FC236}">
                <a16:creationId xmlns="" xmlns:a16="http://schemas.microsoft.com/office/drawing/2014/main" id="{34648534-E7AA-4235-95D9-90DAEB793C6A}"/>
              </a:ext>
            </a:extLst>
          </p:cNvPr>
          <p:cNvSpPr/>
          <p:nvPr/>
        </p:nvSpPr>
        <p:spPr>
          <a:xfrm>
            <a:off x="4525670" y="1552952"/>
            <a:ext cx="242888" cy="78067"/>
          </a:xfrm>
          <a:prstGeom prst="rect">
            <a:avLst/>
          </a:prstGeom>
          <a:solidFill>
            <a:schemeClr val="accent6">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 xmlns:a16="http://schemas.microsoft.com/office/drawing/2014/main" id="{FBC9EAED-874C-44DD-A25D-A14ECC7A94B9}"/>
              </a:ext>
            </a:extLst>
          </p:cNvPr>
          <p:cNvSpPr/>
          <p:nvPr/>
        </p:nvSpPr>
        <p:spPr>
          <a:xfrm>
            <a:off x="4520533" y="1535239"/>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Rectangle 1049">
            <a:extLst>
              <a:ext uri="{FF2B5EF4-FFF2-40B4-BE49-F238E27FC236}">
                <a16:creationId xmlns="" xmlns:a16="http://schemas.microsoft.com/office/drawing/2014/main" id="{E8BDDA21-5931-48C2-B445-EC2A55679E05}"/>
              </a:ext>
            </a:extLst>
          </p:cNvPr>
          <p:cNvSpPr/>
          <p:nvPr/>
        </p:nvSpPr>
        <p:spPr>
          <a:xfrm>
            <a:off x="4520533" y="1502431"/>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1" name="Rectangle 1050">
            <a:extLst>
              <a:ext uri="{FF2B5EF4-FFF2-40B4-BE49-F238E27FC236}">
                <a16:creationId xmlns="" xmlns:a16="http://schemas.microsoft.com/office/drawing/2014/main" id="{8A7E82B9-C2C5-4CA4-A914-1DB77DB7170C}"/>
              </a:ext>
            </a:extLst>
          </p:cNvPr>
          <p:cNvSpPr/>
          <p:nvPr/>
        </p:nvSpPr>
        <p:spPr>
          <a:xfrm>
            <a:off x="4212162" y="1742951"/>
            <a:ext cx="242888" cy="128587"/>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060" name="Straight Connector 1059">
            <a:extLst>
              <a:ext uri="{FF2B5EF4-FFF2-40B4-BE49-F238E27FC236}">
                <a16:creationId xmlns="" xmlns:a16="http://schemas.microsoft.com/office/drawing/2014/main" id="{1F695D3B-DAD9-4413-8646-72337CAF9B18}"/>
              </a:ext>
            </a:extLst>
          </p:cNvPr>
          <p:cNvCxnSpPr>
            <a:cxnSpLocks/>
          </p:cNvCxnSpPr>
          <p:nvPr/>
        </p:nvCxnSpPr>
        <p:spPr>
          <a:xfrm>
            <a:off x="4344311" y="2669600"/>
            <a:ext cx="666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1" name="Straight Connector 1060">
            <a:extLst>
              <a:ext uri="{FF2B5EF4-FFF2-40B4-BE49-F238E27FC236}">
                <a16:creationId xmlns="" xmlns:a16="http://schemas.microsoft.com/office/drawing/2014/main" id="{5A46005A-0A16-4D64-96AC-D3CA20736E50}"/>
              </a:ext>
            </a:extLst>
          </p:cNvPr>
          <p:cNvCxnSpPr>
            <a:cxnSpLocks/>
          </p:cNvCxnSpPr>
          <p:nvPr/>
        </p:nvCxnSpPr>
        <p:spPr>
          <a:xfrm>
            <a:off x="4344311" y="2872600"/>
            <a:ext cx="666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3" name="Straight Connector 1062">
            <a:extLst>
              <a:ext uri="{FF2B5EF4-FFF2-40B4-BE49-F238E27FC236}">
                <a16:creationId xmlns="" xmlns:a16="http://schemas.microsoft.com/office/drawing/2014/main" id="{E5134CC7-D0C8-472C-93DF-A2F323BF61BB}"/>
              </a:ext>
            </a:extLst>
          </p:cNvPr>
          <p:cNvCxnSpPr>
            <a:cxnSpLocks/>
          </p:cNvCxnSpPr>
          <p:nvPr/>
        </p:nvCxnSpPr>
        <p:spPr>
          <a:xfrm>
            <a:off x="4346692" y="3075598"/>
            <a:ext cx="64300" cy="2"/>
          </a:xfrm>
          <a:prstGeom prst="line">
            <a:avLst/>
          </a:prstGeom>
        </p:spPr>
        <p:style>
          <a:lnRef idx="1">
            <a:schemeClr val="accent1"/>
          </a:lnRef>
          <a:fillRef idx="0">
            <a:schemeClr val="accent1"/>
          </a:fillRef>
          <a:effectRef idx="0">
            <a:schemeClr val="accent1"/>
          </a:effectRef>
          <a:fontRef idx="minor">
            <a:schemeClr val="tx1"/>
          </a:fontRef>
        </p:style>
      </p:cxnSp>
      <p:sp>
        <p:nvSpPr>
          <p:cNvPr id="418" name="Rectangle 417">
            <a:extLst>
              <a:ext uri="{FF2B5EF4-FFF2-40B4-BE49-F238E27FC236}">
                <a16:creationId xmlns="" xmlns:a16="http://schemas.microsoft.com/office/drawing/2014/main" id="{4157E394-BB15-4556-8854-1CC2EB7AAF87}"/>
              </a:ext>
            </a:extLst>
          </p:cNvPr>
          <p:cNvSpPr/>
          <p:nvPr/>
        </p:nvSpPr>
        <p:spPr>
          <a:xfrm>
            <a:off x="3732337" y="1726665"/>
            <a:ext cx="242888" cy="128587"/>
          </a:xfrm>
          <a:prstGeom prst="rect">
            <a:avLst/>
          </a:prstGeom>
          <a:noFill/>
          <a:ln w="3175">
            <a:solidFill>
              <a:schemeClr val="bg1">
                <a:lumMod val="8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a:extLst>
              <a:ext uri="{FF2B5EF4-FFF2-40B4-BE49-F238E27FC236}">
                <a16:creationId xmlns="" xmlns:a16="http://schemas.microsoft.com/office/drawing/2014/main" id="{DB2B316A-A397-4B11-9017-79FB6F4A9CC9}"/>
              </a:ext>
            </a:extLst>
          </p:cNvPr>
          <p:cNvSpPr/>
          <p:nvPr/>
        </p:nvSpPr>
        <p:spPr>
          <a:xfrm>
            <a:off x="3732337" y="1824811"/>
            <a:ext cx="242888" cy="30165"/>
          </a:xfrm>
          <a:prstGeom prst="rect">
            <a:avLst/>
          </a:prstGeom>
          <a:solidFill>
            <a:schemeClr val="bg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highlight>
                <a:srgbClr val="0000FF"/>
              </a:highlight>
            </a:endParaRPr>
          </a:p>
        </p:txBody>
      </p:sp>
      <p:sp>
        <p:nvSpPr>
          <p:cNvPr id="420" name="Rectangle 419">
            <a:extLst>
              <a:ext uri="{FF2B5EF4-FFF2-40B4-BE49-F238E27FC236}">
                <a16:creationId xmlns="" xmlns:a16="http://schemas.microsoft.com/office/drawing/2014/main" id="{B7D24F44-C479-4889-8962-2D9B111D5779}"/>
              </a:ext>
            </a:extLst>
          </p:cNvPr>
          <p:cNvSpPr/>
          <p:nvPr/>
        </p:nvSpPr>
        <p:spPr>
          <a:xfrm>
            <a:off x="3732337" y="1798353"/>
            <a:ext cx="242888" cy="30165"/>
          </a:xfrm>
          <a:prstGeom prst="rect">
            <a:avLst/>
          </a:prstGeom>
          <a:solidFill>
            <a:schemeClr val="bg1">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1" name="Rectangle 420">
            <a:extLst>
              <a:ext uri="{FF2B5EF4-FFF2-40B4-BE49-F238E27FC236}">
                <a16:creationId xmlns="" xmlns:a16="http://schemas.microsoft.com/office/drawing/2014/main" id="{BF573632-1684-45B3-9261-C7ED3E984E0E}"/>
              </a:ext>
            </a:extLst>
          </p:cNvPr>
          <p:cNvSpPr/>
          <p:nvPr/>
        </p:nvSpPr>
        <p:spPr>
          <a:xfrm>
            <a:off x="3732337" y="1759196"/>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a:extLst>
              <a:ext uri="{FF2B5EF4-FFF2-40B4-BE49-F238E27FC236}">
                <a16:creationId xmlns="" xmlns:a16="http://schemas.microsoft.com/office/drawing/2014/main" id="{E6CA1441-444A-419A-8CDE-2AEB9BD1EF12}"/>
              </a:ext>
            </a:extLst>
          </p:cNvPr>
          <p:cNvSpPr/>
          <p:nvPr/>
        </p:nvSpPr>
        <p:spPr>
          <a:xfrm>
            <a:off x="3732337" y="1726388"/>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Rectangle 422">
            <a:extLst>
              <a:ext uri="{FF2B5EF4-FFF2-40B4-BE49-F238E27FC236}">
                <a16:creationId xmlns="" xmlns:a16="http://schemas.microsoft.com/office/drawing/2014/main" id="{0D2CC082-558D-43CD-947A-54B40EEB3004}"/>
              </a:ext>
            </a:extLst>
          </p:cNvPr>
          <p:cNvSpPr/>
          <p:nvPr/>
        </p:nvSpPr>
        <p:spPr>
          <a:xfrm>
            <a:off x="3732337" y="1726928"/>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9" name="Rectangle 948">
            <a:extLst>
              <a:ext uri="{FF2B5EF4-FFF2-40B4-BE49-F238E27FC236}">
                <a16:creationId xmlns="" xmlns:a16="http://schemas.microsoft.com/office/drawing/2014/main" id="{0D2CC082-558D-43CD-947A-54B40EEB3004}"/>
              </a:ext>
            </a:extLst>
          </p:cNvPr>
          <p:cNvSpPr/>
          <p:nvPr/>
        </p:nvSpPr>
        <p:spPr>
          <a:xfrm>
            <a:off x="3779963" y="1257470"/>
            <a:ext cx="242888" cy="128587"/>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2" name="Straight Connector 451">
            <a:extLst>
              <a:ext uri="{FF2B5EF4-FFF2-40B4-BE49-F238E27FC236}">
                <a16:creationId xmlns="" xmlns:a16="http://schemas.microsoft.com/office/drawing/2014/main" id="{E5134CC7-D0C8-472C-93DF-A2F323BF61BB}"/>
              </a:ext>
            </a:extLst>
          </p:cNvPr>
          <p:cNvCxnSpPr>
            <a:cxnSpLocks/>
          </p:cNvCxnSpPr>
          <p:nvPr/>
        </p:nvCxnSpPr>
        <p:spPr>
          <a:xfrm flipH="1">
            <a:off x="4343517" y="3276340"/>
            <a:ext cx="64300" cy="2257"/>
          </a:xfrm>
          <a:prstGeom prst="line">
            <a:avLst/>
          </a:prstGeom>
        </p:spPr>
        <p:style>
          <a:lnRef idx="1">
            <a:schemeClr val="accent1"/>
          </a:lnRef>
          <a:fillRef idx="0">
            <a:schemeClr val="accent1"/>
          </a:fillRef>
          <a:effectRef idx="0">
            <a:schemeClr val="accent1"/>
          </a:effectRef>
          <a:fontRef idx="minor">
            <a:schemeClr val="tx1"/>
          </a:fontRef>
        </p:style>
      </p:cxnSp>
      <p:sp>
        <p:nvSpPr>
          <p:cNvPr id="514" name="Rectangle 513">
            <a:extLst>
              <a:ext uri="{FF2B5EF4-FFF2-40B4-BE49-F238E27FC236}">
                <a16:creationId xmlns="" xmlns:a16="http://schemas.microsoft.com/office/drawing/2014/main" id="{7242B7BA-2210-459A-946A-F7A2AB97D8CD}"/>
              </a:ext>
            </a:extLst>
          </p:cNvPr>
          <p:cNvSpPr/>
          <p:nvPr/>
        </p:nvSpPr>
        <p:spPr>
          <a:xfrm>
            <a:off x="4714298" y="1735627"/>
            <a:ext cx="230985" cy="14282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Rectangle 514">
            <a:extLst>
              <a:ext uri="{FF2B5EF4-FFF2-40B4-BE49-F238E27FC236}">
                <a16:creationId xmlns="" xmlns:a16="http://schemas.microsoft.com/office/drawing/2014/main" id="{2D50E8E1-3B33-45D7-89B8-488CC5AFB86F}"/>
              </a:ext>
            </a:extLst>
          </p:cNvPr>
          <p:cNvSpPr/>
          <p:nvPr/>
        </p:nvSpPr>
        <p:spPr>
          <a:xfrm>
            <a:off x="4714298" y="1749137"/>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Rectangle 517">
            <a:extLst>
              <a:ext uri="{FF2B5EF4-FFF2-40B4-BE49-F238E27FC236}">
                <a16:creationId xmlns="" xmlns:a16="http://schemas.microsoft.com/office/drawing/2014/main" id="{476F0DB1-AAB3-4006-9F4A-1D403AC1EE3C}"/>
              </a:ext>
            </a:extLst>
          </p:cNvPr>
          <p:cNvSpPr/>
          <p:nvPr/>
        </p:nvSpPr>
        <p:spPr>
          <a:xfrm>
            <a:off x="4714298" y="1771117"/>
            <a:ext cx="242888" cy="104004"/>
          </a:xfrm>
          <a:prstGeom prst="rect">
            <a:avLst/>
          </a:prstGeom>
          <a:solidFill>
            <a:srgbClr val="FC6B27"/>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Rectangle 518">
            <a:extLst>
              <a:ext uri="{FF2B5EF4-FFF2-40B4-BE49-F238E27FC236}">
                <a16:creationId xmlns="" xmlns:a16="http://schemas.microsoft.com/office/drawing/2014/main" id="{E51F7E69-99BB-45AE-A1F3-BB32F1BDF418}"/>
              </a:ext>
            </a:extLst>
          </p:cNvPr>
          <p:cNvSpPr/>
          <p:nvPr/>
        </p:nvSpPr>
        <p:spPr>
          <a:xfrm>
            <a:off x="4714298" y="1759820"/>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Rectangle 519">
            <a:extLst>
              <a:ext uri="{FF2B5EF4-FFF2-40B4-BE49-F238E27FC236}">
                <a16:creationId xmlns="" xmlns:a16="http://schemas.microsoft.com/office/drawing/2014/main" id="{D193722C-AA1E-4DCD-B882-560AAD428B9A}"/>
              </a:ext>
            </a:extLst>
          </p:cNvPr>
          <p:cNvSpPr/>
          <p:nvPr/>
        </p:nvSpPr>
        <p:spPr>
          <a:xfrm>
            <a:off x="4714298" y="1749210"/>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Rectangle 520">
            <a:extLst>
              <a:ext uri="{FF2B5EF4-FFF2-40B4-BE49-F238E27FC236}">
                <a16:creationId xmlns="" xmlns:a16="http://schemas.microsoft.com/office/drawing/2014/main" id="{476F0DB1-AAB3-4006-9F4A-1D403AC1EE3C}"/>
              </a:ext>
            </a:extLst>
          </p:cNvPr>
          <p:cNvSpPr/>
          <p:nvPr/>
        </p:nvSpPr>
        <p:spPr>
          <a:xfrm>
            <a:off x="4714298" y="1733381"/>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Rectangle 521"/>
          <p:cNvSpPr/>
          <p:nvPr/>
        </p:nvSpPr>
        <p:spPr>
          <a:xfrm>
            <a:off x="4714298" y="1733381"/>
            <a:ext cx="238171" cy="143372"/>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Rectangle 522">
            <a:extLst>
              <a:ext uri="{FF2B5EF4-FFF2-40B4-BE49-F238E27FC236}">
                <a16:creationId xmlns="" xmlns:a16="http://schemas.microsoft.com/office/drawing/2014/main" id="{7242B7BA-2210-459A-946A-F7A2AB97D8CD}"/>
              </a:ext>
            </a:extLst>
          </p:cNvPr>
          <p:cNvSpPr/>
          <p:nvPr/>
        </p:nvSpPr>
        <p:spPr>
          <a:xfrm>
            <a:off x="4712312" y="1938683"/>
            <a:ext cx="230985" cy="14282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Rectangle 523">
            <a:extLst>
              <a:ext uri="{FF2B5EF4-FFF2-40B4-BE49-F238E27FC236}">
                <a16:creationId xmlns="" xmlns:a16="http://schemas.microsoft.com/office/drawing/2014/main" id="{2D50E8E1-3B33-45D7-89B8-488CC5AFB86F}"/>
              </a:ext>
            </a:extLst>
          </p:cNvPr>
          <p:cNvSpPr/>
          <p:nvPr/>
        </p:nvSpPr>
        <p:spPr>
          <a:xfrm>
            <a:off x="4712312" y="1952193"/>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Rectangle 524">
            <a:extLst>
              <a:ext uri="{FF2B5EF4-FFF2-40B4-BE49-F238E27FC236}">
                <a16:creationId xmlns="" xmlns:a16="http://schemas.microsoft.com/office/drawing/2014/main" id="{C8821662-C2FF-405B-9523-FBBE77270A7F}"/>
              </a:ext>
            </a:extLst>
          </p:cNvPr>
          <p:cNvSpPr/>
          <p:nvPr/>
        </p:nvSpPr>
        <p:spPr>
          <a:xfrm>
            <a:off x="4712312" y="2006552"/>
            <a:ext cx="242888" cy="73258"/>
          </a:xfrm>
          <a:prstGeom prst="rect">
            <a:avLst/>
          </a:prstGeom>
          <a:solidFill>
            <a:srgbClr val="FC6B27"/>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27" name="Rectangle 526">
            <a:extLst>
              <a:ext uri="{FF2B5EF4-FFF2-40B4-BE49-F238E27FC236}">
                <a16:creationId xmlns="" xmlns:a16="http://schemas.microsoft.com/office/drawing/2014/main" id="{476F0DB1-AAB3-4006-9F4A-1D403AC1EE3C}"/>
              </a:ext>
            </a:extLst>
          </p:cNvPr>
          <p:cNvSpPr/>
          <p:nvPr/>
        </p:nvSpPr>
        <p:spPr>
          <a:xfrm>
            <a:off x="4712312" y="1974173"/>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Rectangle 527">
            <a:extLst>
              <a:ext uri="{FF2B5EF4-FFF2-40B4-BE49-F238E27FC236}">
                <a16:creationId xmlns="" xmlns:a16="http://schemas.microsoft.com/office/drawing/2014/main" id="{E51F7E69-99BB-45AE-A1F3-BB32F1BDF418}"/>
              </a:ext>
            </a:extLst>
          </p:cNvPr>
          <p:cNvSpPr/>
          <p:nvPr/>
        </p:nvSpPr>
        <p:spPr>
          <a:xfrm>
            <a:off x="4712312" y="1962876"/>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9" name="Rectangle 528">
            <a:extLst>
              <a:ext uri="{FF2B5EF4-FFF2-40B4-BE49-F238E27FC236}">
                <a16:creationId xmlns="" xmlns:a16="http://schemas.microsoft.com/office/drawing/2014/main" id="{D193722C-AA1E-4DCD-B882-560AAD428B9A}"/>
              </a:ext>
            </a:extLst>
          </p:cNvPr>
          <p:cNvSpPr/>
          <p:nvPr/>
        </p:nvSpPr>
        <p:spPr>
          <a:xfrm>
            <a:off x="4712312" y="1952266"/>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0" name="Rectangle 529">
            <a:extLst>
              <a:ext uri="{FF2B5EF4-FFF2-40B4-BE49-F238E27FC236}">
                <a16:creationId xmlns="" xmlns:a16="http://schemas.microsoft.com/office/drawing/2014/main" id="{476F0DB1-AAB3-4006-9F4A-1D403AC1EE3C}"/>
              </a:ext>
            </a:extLst>
          </p:cNvPr>
          <p:cNvSpPr/>
          <p:nvPr/>
        </p:nvSpPr>
        <p:spPr>
          <a:xfrm>
            <a:off x="4712312" y="1936437"/>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Rectangle 530"/>
          <p:cNvSpPr/>
          <p:nvPr/>
        </p:nvSpPr>
        <p:spPr>
          <a:xfrm>
            <a:off x="4712312" y="1936437"/>
            <a:ext cx="238171" cy="143372"/>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Rectangle 560">
            <a:extLst>
              <a:ext uri="{FF2B5EF4-FFF2-40B4-BE49-F238E27FC236}">
                <a16:creationId xmlns="" xmlns:a16="http://schemas.microsoft.com/office/drawing/2014/main" id="{C8821662-C2FF-405B-9523-FBBE77270A7F}"/>
              </a:ext>
            </a:extLst>
          </p:cNvPr>
          <p:cNvSpPr/>
          <p:nvPr/>
        </p:nvSpPr>
        <p:spPr>
          <a:xfrm>
            <a:off x="4408593" y="3254707"/>
            <a:ext cx="242888" cy="100067"/>
          </a:xfrm>
          <a:prstGeom prst="rect">
            <a:avLst/>
          </a:prstGeom>
          <a:solidFill>
            <a:schemeClr val="accent1">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64" name="Rectangle 563">
            <a:extLst>
              <a:ext uri="{FF2B5EF4-FFF2-40B4-BE49-F238E27FC236}">
                <a16:creationId xmlns="" xmlns:a16="http://schemas.microsoft.com/office/drawing/2014/main" id="{476F0DB1-AAB3-4006-9F4A-1D403AC1EE3C}"/>
              </a:ext>
            </a:extLst>
          </p:cNvPr>
          <p:cNvSpPr/>
          <p:nvPr/>
        </p:nvSpPr>
        <p:spPr>
          <a:xfrm>
            <a:off x="4408593" y="3200020"/>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Rectangle 564">
            <a:extLst>
              <a:ext uri="{FF2B5EF4-FFF2-40B4-BE49-F238E27FC236}">
                <a16:creationId xmlns="" xmlns:a16="http://schemas.microsoft.com/office/drawing/2014/main" id="{B6E4EC7D-E441-41E0-87BC-D281819DC2C1}"/>
              </a:ext>
            </a:extLst>
          </p:cNvPr>
          <p:cNvSpPr/>
          <p:nvPr/>
        </p:nvSpPr>
        <p:spPr>
          <a:xfrm>
            <a:off x="4408614" y="3219678"/>
            <a:ext cx="242888" cy="128587"/>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566" name="Straight Connector 565">
            <a:extLst>
              <a:ext uri="{FF2B5EF4-FFF2-40B4-BE49-F238E27FC236}">
                <a16:creationId xmlns="" xmlns:a16="http://schemas.microsoft.com/office/drawing/2014/main" id="{1A88F77B-CCED-4CEC-8084-6017CD5D6D20}"/>
              </a:ext>
            </a:extLst>
          </p:cNvPr>
          <p:cNvCxnSpPr/>
          <p:nvPr/>
        </p:nvCxnSpPr>
        <p:spPr>
          <a:xfrm>
            <a:off x="4643620" y="2007648"/>
            <a:ext cx="69062" cy="1"/>
          </a:xfrm>
          <a:prstGeom prst="line">
            <a:avLst/>
          </a:prstGeom>
        </p:spPr>
        <p:style>
          <a:lnRef idx="1">
            <a:schemeClr val="accent1"/>
          </a:lnRef>
          <a:fillRef idx="0">
            <a:schemeClr val="accent1"/>
          </a:fillRef>
          <a:effectRef idx="0">
            <a:schemeClr val="accent1"/>
          </a:effectRef>
          <a:fontRef idx="minor">
            <a:schemeClr val="tx1"/>
          </a:fontRef>
        </p:style>
      </p:cxnSp>
      <p:sp>
        <p:nvSpPr>
          <p:cNvPr id="577" name="Rectangle 576">
            <a:extLst>
              <a:ext uri="{FF2B5EF4-FFF2-40B4-BE49-F238E27FC236}">
                <a16:creationId xmlns="" xmlns:a16="http://schemas.microsoft.com/office/drawing/2014/main" id="{B6E4EC7D-E441-41E0-87BC-D281819DC2C1}"/>
              </a:ext>
            </a:extLst>
          </p:cNvPr>
          <p:cNvSpPr/>
          <p:nvPr/>
        </p:nvSpPr>
        <p:spPr>
          <a:xfrm>
            <a:off x="4423967" y="2189875"/>
            <a:ext cx="242888" cy="128587"/>
          </a:xfrm>
          <a:prstGeom prst="rect">
            <a:avLst/>
          </a:prstGeom>
          <a:solidFill>
            <a:schemeClr val="accent1">
              <a:lumMod val="40000"/>
              <a:lumOff val="60000"/>
            </a:schemeClr>
          </a:solid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78" name="Rectangle 577">
            <a:extLst>
              <a:ext uri="{FF2B5EF4-FFF2-40B4-BE49-F238E27FC236}">
                <a16:creationId xmlns="" xmlns:a16="http://schemas.microsoft.com/office/drawing/2014/main" id="{B6E4EC7D-E441-41E0-87BC-D281819DC2C1}"/>
              </a:ext>
            </a:extLst>
          </p:cNvPr>
          <p:cNvSpPr/>
          <p:nvPr/>
        </p:nvSpPr>
        <p:spPr>
          <a:xfrm>
            <a:off x="4420259" y="2397117"/>
            <a:ext cx="242888" cy="128587"/>
          </a:xfrm>
          <a:prstGeom prst="rect">
            <a:avLst/>
          </a:prstGeom>
          <a:solidFill>
            <a:schemeClr val="accent1">
              <a:lumMod val="40000"/>
              <a:lumOff val="60000"/>
            </a:schemeClr>
          </a:solid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79" name="Rectangle 578">
            <a:extLst>
              <a:ext uri="{FF2B5EF4-FFF2-40B4-BE49-F238E27FC236}">
                <a16:creationId xmlns="" xmlns:a16="http://schemas.microsoft.com/office/drawing/2014/main" id="{B6E4EC7D-E441-41E0-87BC-D281819DC2C1}"/>
              </a:ext>
            </a:extLst>
          </p:cNvPr>
          <p:cNvSpPr/>
          <p:nvPr/>
        </p:nvSpPr>
        <p:spPr>
          <a:xfrm>
            <a:off x="4416551" y="2604359"/>
            <a:ext cx="242888" cy="128587"/>
          </a:xfrm>
          <a:prstGeom prst="rect">
            <a:avLst/>
          </a:prstGeom>
          <a:solidFill>
            <a:schemeClr val="accent1">
              <a:lumMod val="40000"/>
              <a:lumOff val="60000"/>
            </a:schemeClr>
          </a:solid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80" name="Rectangle 579">
            <a:extLst>
              <a:ext uri="{FF2B5EF4-FFF2-40B4-BE49-F238E27FC236}">
                <a16:creationId xmlns="" xmlns:a16="http://schemas.microsoft.com/office/drawing/2014/main" id="{B6E4EC7D-E441-41E0-87BC-D281819DC2C1}"/>
              </a:ext>
            </a:extLst>
          </p:cNvPr>
          <p:cNvSpPr/>
          <p:nvPr/>
        </p:nvSpPr>
        <p:spPr>
          <a:xfrm>
            <a:off x="4412843" y="2811601"/>
            <a:ext cx="242888" cy="128587"/>
          </a:xfrm>
          <a:prstGeom prst="rect">
            <a:avLst/>
          </a:prstGeom>
          <a:solidFill>
            <a:schemeClr val="accent1">
              <a:lumMod val="40000"/>
              <a:lumOff val="60000"/>
            </a:schemeClr>
          </a:solid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81" name="Rectangle 580">
            <a:extLst>
              <a:ext uri="{FF2B5EF4-FFF2-40B4-BE49-F238E27FC236}">
                <a16:creationId xmlns="" xmlns:a16="http://schemas.microsoft.com/office/drawing/2014/main" id="{B6E4EC7D-E441-41E0-87BC-D281819DC2C1}"/>
              </a:ext>
            </a:extLst>
          </p:cNvPr>
          <p:cNvSpPr/>
          <p:nvPr/>
        </p:nvSpPr>
        <p:spPr>
          <a:xfrm>
            <a:off x="4409135" y="3018843"/>
            <a:ext cx="242888" cy="128587"/>
          </a:xfrm>
          <a:prstGeom prst="rect">
            <a:avLst/>
          </a:prstGeom>
          <a:solidFill>
            <a:schemeClr val="accent1">
              <a:lumMod val="40000"/>
              <a:lumOff val="60000"/>
            </a:schemeClr>
          </a:solid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84" name="Rectangle 583">
            <a:extLst>
              <a:ext uri="{FF2B5EF4-FFF2-40B4-BE49-F238E27FC236}">
                <a16:creationId xmlns="" xmlns:a16="http://schemas.microsoft.com/office/drawing/2014/main" id="{F6853F87-DD3E-44EF-A074-20DFCB312792}"/>
              </a:ext>
            </a:extLst>
          </p:cNvPr>
          <p:cNvSpPr/>
          <p:nvPr/>
        </p:nvSpPr>
        <p:spPr>
          <a:xfrm>
            <a:off x="5945380" y="1769701"/>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Rectangle 584">
            <a:extLst>
              <a:ext uri="{FF2B5EF4-FFF2-40B4-BE49-F238E27FC236}">
                <a16:creationId xmlns="" xmlns:a16="http://schemas.microsoft.com/office/drawing/2014/main" id="{C81431E4-E0FF-40F5-B8DF-65A1999AD79F}"/>
              </a:ext>
            </a:extLst>
          </p:cNvPr>
          <p:cNvSpPr/>
          <p:nvPr/>
        </p:nvSpPr>
        <p:spPr>
          <a:xfrm>
            <a:off x="5940618" y="1835316"/>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86" name="Rectangle 585">
            <a:extLst>
              <a:ext uri="{FF2B5EF4-FFF2-40B4-BE49-F238E27FC236}">
                <a16:creationId xmlns="" xmlns:a16="http://schemas.microsoft.com/office/drawing/2014/main" id="{17A68A9A-EBE5-47E3-889F-6859DD5658EF}"/>
              </a:ext>
            </a:extLst>
          </p:cNvPr>
          <p:cNvSpPr/>
          <p:nvPr/>
        </p:nvSpPr>
        <p:spPr>
          <a:xfrm>
            <a:off x="5940618" y="1802508"/>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highlight>
                <a:srgbClr val="0000FF"/>
              </a:highlight>
            </a:endParaRPr>
          </a:p>
        </p:txBody>
      </p:sp>
      <p:sp>
        <p:nvSpPr>
          <p:cNvPr id="587" name="Rectangle 586">
            <a:extLst>
              <a:ext uri="{FF2B5EF4-FFF2-40B4-BE49-F238E27FC236}">
                <a16:creationId xmlns="" xmlns:a16="http://schemas.microsoft.com/office/drawing/2014/main" id="{220C94F7-1A86-4159-8420-B20527F64C68}"/>
              </a:ext>
            </a:extLst>
          </p:cNvPr>
          <p:cNvSpPr/>
          <p:nvPr/>
        </p:nvSpPr>
        <p:spPr>
          <a:xfrm>
            <a:off x="5940618" y="1736893"/>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 xmlns:a16="http://schemas.microsoft.com/office/drawing/2014/main" id="{5AA122FE-4478-43DC-8AF4-E14DDB4F42CE}"/>
              </a:ext>
            </a:extLst>
          </p:cNvPr>
          <p:cNvSpPr/>
          <p:nvPr/>
        </p:nvSpPr>
        <p:spPr>
          <a:xfrm>
            <a:off x="5555570" y="985249"/>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1" name="Rectangle 590">
            <a:extLst>
              <a:ext uri="{FF2B5EF4-FFF2-40B4-BE49-F238E27FC236}">
                <a16:creationId xmlns="" xmlns:a16="http://schemas.microsoft.com/office/drawing/2014/main" id="{2D263282-D2E3-4A6A-9757-F40CE5061107}"/>
              </a:ext>
            </a:extLst>
          </p:cNvPr>
          <p:cNvSpPr/>
          <p:nvPr/>
        </p:nvSpPr>
        <p:spPr>
          <a:xfrm>
            <a:off x="5944197" y="1735594"/>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highlight>
                <a:srgbClr val="0000FF"/>
              </a:highlight>
            </a:endParaRPr>
          </a:p>
        </p:txBody>
      </p:sp>
      <p:sp>
        <p:nvSpPr>
          <p:cNvPr id="592" name="Rectangle 591">
            <a:extLst>
              <a:ext uri="{FF2B5EF4-FFF2-40B4-BE49-F238E27FC236}">
                <a16:creationId xmlns="" xmlns:a16="http://schemas.microsoft.com/office/drawing/2014/main" id="{BB5C5D84-D26C-46DC-9CB9-BED0DBF7551F}"/>
              </a:ext>
            </a:extLst>
          </p:cNvPr>
          <p:cNvSpPr/>
          <p:nvPr/>
        </p:nvSpPr>
        <p:spPr>
          <a:xfrm>
            <a:off x="5753691" y="986221"/>
            <a:ext cx="242888" cy="128587"/>
          </a:xfrm>
          <a:prstGeom prst="rect">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3" name="Rectangle 592">
            <a:extLst>
              <a:ext uri="{FF2B5EF4-FFF2-40B4-BE49-F238E27FC236}">
                <a16:creationId xmlns="" xmlns:a16="http://schemas.microsoft.com/office/drawing/2014/main" id="{22CF2EAD-0EBB-4E8E-8C34-D4CC197481BB}"/>
              </a:ext>
            </a:extLst>
          </p:cNvPr>
          <p:cNvSpPr/>
          <p:nvPr/>
        </p:nvSpPr>
        <p:spPr>
          <a:xfrm>
            <a:off x="5753691" y="1499777"/>
            <a:ext cx="242888" cy="12858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4" name="Rectangle 593">
            <a:extLst>
              <a:ext uri="{FF2B5EF4-FFF2-40B4-BE49-F238E27FC236}">
                <a16:creationId xmlns="" xmlns:a16="http://schemas.microsoft.com/office/drawing/2014/main" id="{396098A8-F4BD-49B1-868E-C72C706E6D2A}"/>
              </a:ext>
            </a:extLst>
          </p:cNvPr>
          <p:cNvSpPr/>
          <p:nvPr/>
        </p:nvSpPr>
        <p:spPr>
          <a:xfrm>
            <a:off x="6001332" y="1256538"/>
            <a:ext cx="242888" cy="12858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5" name="Rectangle 594">
            <a:extLst>
              <a:ext uri="{FF2B5EF4-FFF2-40B4-BE49-F238E27FC236}">
                <a16:creationId xmlns="" xmlns:a16="http://schemas.microsoft.com/office/drawing/2014/main" id="{B0E173CD-63B5-4341-B2FD-A9F8EFE6A1A1}"/>
              </a:ext>
            </a:extLst>
          </p:cNvPr>
          <p:cNvSpPr/>
          <p:nvPr/>
        </p:nvSpPr>
        <p:spPr>
          <a:xfrm>
            <a:off x="6253755" y="1499777"/>
            <a:ext cx="242888" cy="12858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Rectangle 595">
            <a:extLst>
              <a:ext uri="{FF2B5EF4-FFF2-40B4-BE49-F238E27FC236}">
                <a16:creationId xmlns="" xmlns:a16="http://schemas.microsoft.com/office/drawing/2014/main" id="{B6E4EC7D-E441-41E0-87BC-D281819DC2C1}"/>
              </a:ext>
            </a:extLst>
          </p:cNvPr>
          <p:cNvSpPr/>
          <p:nvPr/>
        </p:nvSpPr>
        <p:spPr>
          <a:xfrm>
            <a:off x="5944197" y="1947915"/>
            <a:ext cx="242888" cy="128587"/>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597" name="Straight Connector 596">
            <a:extLst>
              <a:ext uri="{FF2B5EF4-FFF2-40B4-BE49-F238E27FC236}">
                <a16:creationId xmlns="" xmlns:a16="http://schemas.microsoft.com/office/drawing/2014/main" id="{17936774-C830-4E69-8E5C-97CE79D95EB6}"/>
              </a:ext>
            </a:extLst>
          </p:cNvPr>
          <p:cNvCxnSpPr>
            <a:endCxn id="593" idx="0"/>
          </p:cNvCxnSpPr>
          <p:nvPr/>
        </p:nvCxnSpPr>
        <p:spPr>
          <a:xfrm>
            <a:off x="5875135" y="1114808"/>
            <a:ext cx="0" cy="384969"/>
          </a:xfrm>
          <a:prstGeom prst="line">
            <a:avLst/>
          </a:prstGeom>
          <a:ln w="3175"/>
        </p:spPr>
        <p:style>
          <a:lnRef idx="1">
            <a:schemeClr val="accent1"/>
          </a:lnRef>
          <a:fillRef idx="0">
            <a:schemeClr val="accent1"/>
          </a:fillRef>
          <a:effectRef idx="0">
            <a:schemeClr val="accent1"/>
          </a:effectRef>
          <a:fontRef idx="minor">
            <a:schemeClr val="tx1"/>
          </a:fontRef>
        </p:style>
      </p:cxnSp>
      <p:cxnSp>
        <p:nvCxnSpPr>
          <p:cNvPr id="598" name="Straight Connector 597">
            <a:extLst>
              <a:ext uri="{FF2B5EF4-FFF2-40B4-BE49-F238E27FC236}">
                <a16:creationId xmlns="" xmlns:a16="http://schemas.microsoft.com/office/drawing/2014/main" id="{BB933C96-CF6F-45A8-85EF-E78980C984F1}"/>
              </a:ext>
            </a:extLst>
          </p:cNvPr>
          <p:cNvCxnSpPr>
            <a:cxnSpLocks/>
          </p:cNvCxnSpPr>
          <p:nvPr/>
        </p:nvCxnSpPr>
        <p:spPr>
          <a:xfrm>
            <a:off x="5390550" y="1436105"/>
            <a:ext cx="984649" cy="0"/>
          </a:xfrm>
          <a:prstGeom prst="line">
            <a:avLst/>
          </a:prstGeom>
          <a:ln w="3175"/>
        </p:spPr>
        <p:style>
          <a:lnRef idx="1">
            <a:schemeClr val="accent1"/>
          </a:lnRef>
          <a:fillRef idx="0">
            <a:schemeClr val="accent1"/>
          </a:fillRef>
          <a:effectRef idx="0">
            <a:schemeClr val="accent1"/>
          </a:effectRef>
          <a:fontRef idx="minor">
            <a:schemeClr val="tx1"/>
          </a:fontRef>
        </p:style>
      </p:cxnSp>
      <p:cxnSp>
        <p:nvCxnSpPr>
          <p:cNvPr id="599" name="Straight Connector 598">
            <a:extLst>
              <a:ext uri="{FF2B5EF4-FFF2-40B4-BE49-F238E27FC236}">
                <a16:creationId xmlns="" xmlns:a16="http://schemas.microsoft.com/office/drawing/2014/main" id="{FBFFCA61-84D6-4E62-BA45-203182153E92}"/>
              </a:ext>
            </a:extLst>
          </p:cNvPr>
          <p:cNvCxnSpPr>
            <a:cxnSpLocks/>
          </p:cNvCxnSpPr>
          <p:nvPr/>
        </p:nvCxnSpPr>
        <p:spPr>
          <a:xfrm>
            <a:off x="5394121" y="1436105"/>
            <a:ext cx="0" cy="63672"/>
          </a:xfrm>
          <a:prstGeom prst="line">
            <a:avLst/>
          </a:prstGeom>
          <a:ln w="3175"/>
        </p:spPr>
        <p:style>
          <a:lnRef idx="1">
            <a:schemeClr val="accent1"/>
          </a:lnRef>
          <a:fillRef idx="0">
            <a:schemeClr val="accent1"/>
          </a:fillRef>
          <a:effectRef idx="0">
            <a:schemeClr val="accent1"/>
          </a:effectRef>
          <a:fontRef idx="minor">
            <a:schemeClr val="tx1"/>
          </a:fontRef>
        </p:style>
      </p:cxnSp>
      <p:cxnSp>
        <p:nvCxnSpPr>
          <p:cNvPr id="600" name="Straight Connector 599">
            <a:extLst>
              <a:ext uri="{FF2B5EF4-FFF2-40B4-BE49-F238E27FC236}">
                <a16:creationId xmlns="" xmlns:a16="http://schemas.microsoft.com/office/drawing/2014/main" id="{28EA1732-5B70-4431-962F-BE1441BE8810}"/>
              </a:ext>
            </a:extLst>
          </p:cNvPr>
          <p:cNvCxnSpPr>
            <a:endCxn id="595" idx="0"/>
          </p:cNvCxnSpPr>
          <p:nvPr/>
        </p:nvCxnSpPr>
        <p:spPr>
          <a:xfrm>
            <a:off x="6375199" y="1436105"/>
            <a:ext cx="0" cy="63672"/>
          </a:xfrm>
          <a:prstGeom prst="line">
            <a:avLst/>
          </a:prstGeom>
          <a:ln w="3175"/>
        </p:spPr>
        <p:style>
          <a:lnRef idx="1">
            <a:schemeClr val="accent1"/>
          </a:lnRef>
          <a:fillRef idx="0">
            <a:schemeClr val="accent1"/>
          </a:fillRef>
          <a:effectRef idx="0">
            <a:schemeClr val="accent1"/>
          </a:effectRef>
          <a:fontRef idx="minor">
            <a:schemeClr val="tx1"/>
          </a:fontRef>
        </p:style>
      </p:cxnSp>
      <p:cxnSp>
        <p:nvCxnSpPr>
          <p:cNvPr id="601" name="Straight Connector 600">
            <a:extLst>
              <a:ext uri="{FF2B5EF4-FFF2-40B4-BE49-F238E27FC236}">
                <a16:creationId xmlns="" xmlns:a16="http://schemas.microsoft.com/office/drawing/2014/main" id="{C94336C0-623E-444A-A31F-96699B45D665}"/>
              </a:ext>
            </a:extLst>
          </p:cNvPr>
          <p:cNvCxnSpPr>
            <a:cxnSpLocks/>
            <a:stCxn id="593" idx="2"/>
          </p:cNvCxnSpPr>
          <p:nvPr/>
        </p:nvCxnSpPr>
        <p:spPr>
          <a:xfrm>
            <a:off x="5875135" y="1628364"/>
            <a:ext cx="0" cy="383843"/>
          </a:xfrm>
          <a:prstGeom prst="line">
            <a:avLst/>
          </a:prstGeom>
        </p:spPr>
        <p:style>
          <a:lnRef idx="1">
            <a:schemeClr val="accent1"/>
          </a:lnRef>
          <a:fillRef idx="0">
            <a:schemeClr val="accent1"/>
          </a:fillRef>
          <a:effectRef idx="0">
            <a:schemeClr val="accent1"/>
          </a:effectRef>
          <a:fontRef idx="minor">
            <a:schemeClr val="tx1"/>
          </a:fontRef>
        </p:style>
      </p:cxnSp>
      <p:cxnSp>
        <p:nvCxnSpPr>
          <p:cNvPr id="602" name="Straight Connector 601">
            <a:extLst>
              <a:ext uri="{FF2B5EF4-FFF2-40B4-BE49-F238E27FC236}">
                <a16:creationId xmlns="" xmlns:a16="http://schemas.microsoft.com/office/drawing/2014/main" id="{644E8DFE-7251-4D37-AF83-5802152FF90F}"/>
              </a:ext>
            </a:extLst>
          </p:cNvPr>
          <p:cNvCxnSpPr>
            <a:endCxn id="591" idx="1"/>
          </p:cNvCxnSpPr>
          <p:nvPr/>
        </p:nvCxnSpPr>
        <p:spPr>
          <a:xfrm>
            <a:off x="5875135" y="1799887"/>
            <a:ext cx="69062" cy="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03" name="Straight Connector 602">
            <a:extLst>
              <a:ext uri="{FF2B5EF4-FFF2-40B4-BE49-F238E27FC236}">
                <a16:creationId xmlns="" xmlns:a16="http://schemas.microsoft.com/office/drawing/2014/main" id="{7E96CD4B-AB59-4A37-9086-D3B25EBF4DC6}"/>
              </a:ext>
            </a:extLst>
          </p:cNvPr>
          <p:cNvCxnSpPr>
            <a:cxnSpLocks/>
            <a:endCxn id="596" idx="1"/>
          </p:cNvCxnSpPr>
          <p:nvPr/>
        </p:nvCxnSpPr>
        <p:spPr>
          <a:xfrm>
            <a:off x="5875135" y="2012207"/>
            <a:ext cx="69062" cy="2"/>
          </a:xfrm>
          <a:prstGeom prst="line">
            <a:avLst/>
          </a:prstGeom>
        </p:spPr>
        <p:style>
          <a:lnRef idx="1">
            <a:schemeClr val="accent1"/>
          </a:lnRef>
          <a:fillRef idx="0">
            <a:schemeClr val="accent1"/>
          </a:fillRef>
          <a:effectRef idx="0">
            <a:schemeClr val="accent1"/>
          </a:effectRef>
          <a:fontRef idx="minor">
            <a:schemeClr val="tx1"/>
          </a:fontRef>
        </p:style>
      </p:cxnSp>
      <p:cxnSp>
        <p:nvCxnSpPr>
          <p:cNvPr id="607" name="Straight Connector 606">
            <a:extLst>
              <a:ext uri="{FF2B5EF4-FFF2-40B4-BE49-F238E27FC236}">
                <a16:creationId xmlns="" xmlns:a16="http://schemas.microsoft.com/office/drawing/2014/main" id="{92F5E185-CF01-4E47-8D42-7D6AFAD63891}"/>
              </a:ext>
            </a:extLst>
          </p:cNvPr>
          <p:cNvCxnSpPr>
            <a:cxnSpLocks/>
          </p:cNvCxnSpPr>
          <p:nvPr/>
        </p:nvCxnSpPr>
        <p:spPr>
          <a:xfrm>
            <a:off x="6375199" y="1625321"/>
            <a:ext cx="0" cy="383843"/>
          </a:xfrm>
          <a:prstGeom prst="line">
            <a:avLst/>
          </a:prstGeom>
        </p:spPr>
        <p:style>
          <a:lnRef idx="1">
            <a:schemeClr val="accent1"/>
          </a:lnRef>
          <a:fillRef idx="0">
            <a:schemeClr val="accent1"/>
          </a:fillRef>
          <a:effectRef idx="0">
            <a:schemeClr val="accent1"/>
          </a:effectRef>
          <a:fontRef idx="minor">
            <a:schemeClr val="tx1"/>
          </a:fontRef>
        </p:style>
      </p:cxnSp>
      <p:cxnSp>
        <p:nvCxnSpPr>
          <p:cNvPr id="608" name="Straight Connector 607">
            <a:extLst>
              <a:ext uri="{FF2B5EF4-FFF2-40B4-BE49-F238E27FC236}">
                <a16:creationId xmlns="" xmlns:a16="http://schemas.microsoft.com/office/drawing/2014/main" id="{1A88F77B-CCED-4CEC-8084-6017CD5D6D20}"/>
              </a:ext>
            </a:extLst>
          </p:cNvPr>
          <p:cNvCxnSpPr/>
          <p:nvPr/>
        </p:nvCxnSpPr>
        <p:spPr>
          <a:xfrm>
            <a:off x="6375199" y="1796844"/>
            <a:ext cx="6906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609" name="Straight Connector 608">
            <a:extLst>
              <a:ext uri="{FF2B5EF4-FFF2-40B4-BE49-F238E27FC236}">
                <a16:creationId xmlns="" xmlns:a16="http://schemas.microsoft.com/office/drawing/2014/main" id="{6AE06D67-6628-460D-B93F-037197BBF3B1}"/>
              </a:ext>
            </a:extLst>
          </p:cNvPr>
          <p:cNvCxnSpPr>
            <a:stCxn id="651" idx="3"/>
            <a:endCxn id="594" idx="1"/>
          </p:cNvCxnSpPr>
          <p:nvPr/>
        </p:nvCxnSpPr>
        <p:spPr>
          <a:xfrm>
            <a:off x="5753690" y="1317408"/>
            <a:ext cx="247642" cy="3424"/>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610" name="Rectangle 609">
            <a:extLst>
              <a:ext uri="{FF2B5EF4-FFF2-40B4-BE49-F238E27FC236}">
                <a16:creationId xmlns="" xmlns:a16="http://schemas.microsoft.com/office/drawing/2014/main" id="{401E0D52-4765-49D4-99E9-41764EBD52EA}"/>
              </a:ext>
            </a:extLst>
          </p:cNvPr>
          <p:cNvSpPr/>
          <p:nvPr/>
        </p:nvSpPr>
        <p:spPr>
          <a:xfrm>
            <a:off x="5267909" y="1488062"/>
            <a:ext cx="242888" cy="128587"/>
          </a:xfrm>
          <a:prstGeom prst="rect">
            <a:avLst/>
          </a:prstGeom>
          <a:solidFill>
            <a:schemeClr val="accent4">
              <a:lumMod val="75000"/>
            </a:schemeClr>
          </a:solidFill>
          <a:ln w="3175">
            <a:solidFill>
              <a:schemeClr val="bg1">
                <a:lumMod val="85000"/>
              </a:schemeClr>
            </a:solidFill>
          </a:ln>
          <a:effectLst>
            <a:glow>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Rectangle 610">
            <a:extLst>
              <a:ext uri="{FF2B5EF4-FFF2-40B4-BE49-F238E27FC236}">
                <a16:creationId xmlns="" xmlns:a16="http://schemas.microsoft.com/office/drawing/2014/main" id="{8E6383FA-CFEA-4CC8-BC07-41D38E7C91AB}"/>
              </a:ext>
            </a:extLst>
          </p:cNvPr>
          <p:cNvSpPr/>
          <p:nvPr/>
        </p:nvSpPr>
        <p:spPr>
          <a:xfrm>
            <a:off x="5459612" y="1944872"/>
            <a:ext cx="242888" cy="128587"/>
          </a:xfrm>
          <a:prstGeom prst="rect">
            <a:avLst/>
          </a:prstGeom>
          <a:solidFill>
            <a:srgbClr val="FFFCB4"/>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highlight>
                <a:srgbClr val="0000FF"/>
              </a:highlight>
            </a:endParaRPr>
          </a:p>
        </p:txBody>
      </p:sp>
      <p:cxnSp>
        <p:nvCxnSpPr>
          <p:cNvPr id="612" name="Straight Connector 611">
            <a:extLst>
              <a:ext uri="{FF2B5EF4-FFF2-40B4-BE49-F238E27FC236}">
                <a16:creationId xmlns="" xmlns:a16="http://schemas.microsoft.com/office/drawing/2014/main" id="{F03ED201-2379-4516-86E7-4FDC348E7682}"/>
              </a:ext>
            </a:extLst>
          </p:cNvPr>
          <p:cNvCxnSpPr>
            <a:cxnSpLocks/>
          </p:cNvCxnSpPr>
          <p:nvPr/>
        </p:nvCxnSpPr>
        <p:spPr>
          <a:xfrm>
            <a:off x="5390550" y="1625321"/>
            <a:ext cx="0" cy="383843"/>
          </a:xfrm>
          <a:prstGeom prst="line">
            <a:avLst/>
          </a:prstGeom>
        </p:spPr>
        <p:style>
          <a:lnRef idx="1">
            <a:schemeClr val="accent1"/>
          </a:lnRef>
          <a:fillRef idx="0">
            <a:schemeClr val="accent1"/>
          </a:fillRef>
          <a:effectRef idx="0">
            <a:schemeClr val="accent1"/>
          </a:effectRef>
          <a:fontRef idx="minor">
            <a:schemeClr val="tx1"/>
          </a:fontRef>
        </p:style>
      </p:cxnSp>
      <p:cxnSp>
        <p:nvCxnSpPr>
          <p:cNvPr id="613" name="Straight Connector 612">
            <a:extLst>
              <a:ext uri="{FF2B5EF4-FFF2-40B4-BE49-F238E27FC236}">
                <a16:creationId xmlns="" xmlns:a16="http://schemas.microsoft.com/office/drawing/2014/main" id="{0C327CA0-55A0-49DA-98FF-CE41B228B1C2}"/>
              </a:ext>
            </a:extLst>
          </p:cNvPr>
          <p:cNvCxnSpPr/>
          <p:nvPr/>
        </p:nvCxnSpPr>
        <p:spPr>
          <a:xfrm>
            <a:off x="5390550" y="1796844"/>
            <a:ext cx="69062" cy="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14" name="Straight Connector 613">
            <a:extLst>
              <a:ext uri="{FF2B5EF4-FFF2-40B4-BE49-F238E27FC236}">
                <a16:creationId xmlns="" xmlns:a16="http://schemas.microsoft.com/office/drawing/2014/main" id="{FF21416F-341D-4FEC-9DBF-5188D5EE9706}"/>
              </a:ext>
            </a:extLst>
          </p:cNvPr>
          <p:cNvCxnSpPr>
            <a:cxnSpLocks/>
            <a:endCxn id="611" idx="1"/>
          </p:cNvCxnSpPr>
          <p:nvPr/>
        </p:nvCxnSpPr>
        <p:spPr>
          <a:xfrm>
            <a:off x="5390550" y="2009124"/>
            <a:ext cx="69062" cy="42"/>
          </a:xfrm>
          <a:prstGeom prst="line">
            <a:avLst/>
          </a:prstGeom>
        </p:spPr>
        <p:style>
          <a:lnRef idx="1">
            <a:schemeClr val="accent1"/>
          </a:lnRef>
          <a:fillRef idx="0">
            <a:schemeClr val="accent1"/>
          </a:fillRef>
          <a:effectRef idx="0">
            <a:schemeClr val="accent1"/>
          </a:effectRef>
          <a:fontRef idx="minor">
            <a:schemeClr val="tx1"/>
          </a:fontRef>
        </p:style>
      </p:cxnSp>
      <p:sp>
        <p:nvSpPr>
          <p:cNvPr id="615" name="Rectangle 614">
            <a:extLst>
              <a:ext uri="{FF2B5EF4-FFF2-40B4-BE49-F238E27FC236}">
                <a16:creationId xmlns="" xmlns:a16="http://schemas.microsoft.com/office/drawing/2014/main" id="{2420F6C4-03C0-45D8-B014-88AFEF3D1871}"/>
              </a:ext>
            </a:extLst>
          </p:cNvPr>
          <p:cNvSpPr/>
          <p:nvPr/>
        </p:nvSpPr>
        <p:spPr>
          <a:xfrm>
            <a:off x="5753690" y="1010766"/>
            <a:ext cx="242888" cy="103071"/>
          </a:xfrm>
          <a:prstGeom prst="rect">
            <a:avLst/>
          </a:prstGeom>
          <a:solidFill>
            <a:schemeClr val="accent6">
              <a:lumMod val="5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0000FF"/>
              </a:highlight>
            </a:endParaRPr>
          </a:p>
        </p:txBody>
      </p:sp>
      <p:sp>
        <p:nvSpPr>
          <p:cNvPr id="616" name="Rectangle 615">
            <a:extLst>
              <a:ext uri="{FF2B5EF4-FFF2-40B4-BE49-F238E27FC236}">
                <a16:creationId xmlns="" xmlns:a16="http://schemas.microsoft.com/office/drawing/2014/main" id="{AEF53356-42C6-4E3F-BFFD-F9FAD50134F0}"/>
              </a:ext>
            </a:extLst>
          </p:cNvPr>
          <p:cNvSpPr/>
          <p:nvPr/>
        </p:nvSpPr>
        <p:spPr>
          <a:xfrm>
            <a:off x="6001333" y="1258450"/>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 xmlns:a16="http://schemas.microsoft.com/office/drawing/2014/main" id="{94BE2B45-990E-4638-B173-9FDBED052DA1}"/>
              </a:ext>
            </a:extLst>
          </p:cNvPr>
          <p:cNvSpPr/>
          <p:nvPr/>
        </p:nvSpPr>
        <p:spPr>
          <a:xfrm>
            <a:off x="6001332" y="1327247"/>
            <a:ext cx="242888" cy="58820"/>
          </a:xfrm>
          <a:prstGeom prst="rect">
            <a:avLst/>
          </a:prstGeom>
          <a:solidFill>
            <a:schemeClr val="accent6">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9" name="Rectangle 618">
            <a:extLst>
              <a:ext uri="{FF2B5EF4-FFF2-40B4-BE49-F238E27FC236}">
                <a16:creationId xmlns="" xmlns:a16="http://schemas.microsoft.com/office/drawing/2014/main" id="{4AE76802-E745-4054-ACEC-A7E61CCC15AC}"/>
              </a:ext>
            </a:extLst>
          </p:cNvPr>
          <p:cNvSpPr/>
          <p:nvPr/>
        </p:nvSpPr>
        <p:spPr>
          <a:xfrm>
            <a:off x="6001332" y="1290286"/>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Rectangle 619">
            <a:extLst>
              <a:ext uri="{FF2B5EF4-FFF2-40B4-BE49-F238E27FC236}">
                <a16:creationId xmlns="" xmlns:a16="http://schemas.microsoft.com/office/drawing/2014/main" id="{875B10A9-50B6-4B57-8A70-E8FC6E64D0AB}"/>
              </a:ext>
            </a:extLst>
          </p:cNvPr>
          <p:cNvSpPr/>
          <p:nvPr/>
        </p:nvSpPr>
        <p:spPr>
          <a:xfrm>
            <a:off x="6001332" y="1257478"/>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Rectangle 620">
            <a:extLst>
              <a:ext uri="{FF2B5EF4-FFF2-40B4-BE49-F238E27FC236}">
                <a16:creationId xmlns="" xmlns:a16="http://schemas.microsoft.com/office/drawing/2014/main" id="{4157E394-BB15-4556-8854-1CC2EB7AAF87}"/>
              </a:ext>
            </a:extLst>
          </p:cNvPr>
          <p:cNvSpPr/>
          <p:nvPr/>
        </p:nvSpPr>
        <p:spPr>
          <a:xfrm>
            <a:off x="5510801" y="1253546"/>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Rectangle 621">
            <a:extLst>
              <a:ext uri="{FF2B5EF4-FFF2-40B4-BE49-F238E27FC236}">
                <a16:creationId xmlns="" xmlns:a16="http://schemas.microsoft.com/office/drawing/2014/main" id="{DB2B316A-A397-4B11-9017-79FB6F4A9CC9}"/>
              </a:ext>
            </a:extLst>
          </p:cNvPr>
          <p:cNvSpPr/>
          <p:nvPr/>
        </p:nvSpPr>
        <p:spPr>
          <a:xfrm>
            <a:off x="5510800" y="1322545"/>
            <a:ext cx="242888" cy="58617"/>
          </a:xfrm>
          <a:prstGeom prst="rect">
            <a:avLst/>
          </a:prstGeom>
          <a:solidFill>
            <a:schemeClr val="accent6">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Rectangle 622">
            <a:extLst>
              <a:ext uri="{FF2B5EF4-FFF2-40B4-BE49-F238E27FC236}">
                <a16:creationId xmlns="" xmlns:a16="http://schemas.microsoft.com/office/drawing/2014/main" id="{B7D24F44-C479-4889-8962-2D9B111D5779}"/>
              </a:ext>
            </a:extLst>
          </p:cNvPr>
          <p:cNvSpPr/>
          <p:nvPr/>
        </p:nvSpPr>
        <p:spPr>
          <a:xfrm>
            <a:off x="5510800" y="1318189"/>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24" name="Rectangle 623">
            <a:extLst>
              <a:ext uri="{FF2B5EF4-FFF2-40B4-BE49-F238E27FC236}">
                <a16:creationId xmlns="" xmlns:a16="http://schemas.microsoft.com/office/drawing/2014/main" id="{BF573632-1684-45B3-9261-C7ED3E984E0E}"/>
              </a:ext>
            </a:extLst>
          </p:cNvPr>
          <p:cNvSpPr/>
          <p:nvPr/>
        </p:nvSpPr>
        <p:spPr>
          <a:xfrm>
            <a:off x="5510800" y="1285382"/>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Rectangle 624">
            <a:extLst>
              <a:ext uri="{FF2B5EF4-FFF2-40B4-BE49-F238E27FC236}">
                <a16:creationId xmlns="" xmlns:a16="http://schemas.microsoft.com/office/drawing/2014/main" id="{E6CA1441-444A-419A-8CDE-2AEB9BD1EF12}"/>
              </a:ext>
            </a:extLst>
          </p:cNvPr>
          <p:cNvSpPr/>
          <p:nvPr/>
        </p:nvSpPr>
        <p:spPr>
          <a:xfrm>
            <a:off x="5510800" y="1252574"/>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Rectangle 625">
            <a:extLst>
              <a:ext uri="{FF2B5EF4-FFF2-40B4-BE49-F238E27FC236}">
                <a16:creationId xmlns="" xmlns:a16="http://schemas.microsoft.com/office/drawing/2014/main" id="{BC16943D-E134-4B68-B4EA-2DBD596D44EB}"/>
              </a:ext>
            </a:extLst>
          </p:cNvPr>
          <p:cNvSpPr/>
          <p:nvPr/>
        </p:nvSpPr>
        <p:spPr>
          <a:xfrm>
            <a:off x="5267912" y="1498861"/>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Rectangle 628">
            <a:extLst>
              <a:ext uri="{FF2B5EF4-FFF2-40B4-BE49-F238E27FC236}">
                <a16:creationId xmlns="" xmlns:a16="http://schemas.microsoft.com/office/drawing/2014/main" id="{DA3B75B8-79C8-447E-AE39-0CE349AEFE58}"/>
              </a:ext>
            </a:extLst>
          </p:cNvPr>
          <p:cNvSpPr/>
          <p:nvPr/>
        </p:nvSpPr>
        <p:spPr>
          <a:xfrm>
            <a:off x="5267911" y="1530697"/>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Rectangle 629">
            <a:extLst>
              <a:ext uri="{FF2B5EF4-FFF2-40B4-BE49-F238E27FC236}">
                <a16:creationId xmlns="" xmlns:a16="http://schemas.microsoft.com/office/drawing/2014/main" id="{86A9C129-7904-46CE-AEB3-EFB692F1A729}"/>
              </a:ext>
            </a:extLst>
          </p:cNvPr>
          <p:cNvSpPr/>
          <p:nvPr/>
        </p:nvSpPr>
        <p:spPr>
          <a:xfrm>
            <a:off x="5267911" y="1497889"/>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1" name="Rectangle 630">
            <a:extLst>
              <a:ext uri="{FF2B5EF4-FFF2-40B4-BE49-F238E27FC236}">
                <a16:creationId xmlns="" xmlns:a16="http://schemas.microsoft.com/office/drawing/2014/main" id="{22A19207-9BBE-4332-9D6B-523F989807D5}"/>
              </a:ext>
            </a:extLst>
          </p:cNvPr>
          <p:cNvSpPr/>
          <p:nvPr/>
        </p:nvSpPr>
        <p:spPr>
          <a:xfrm>
            <a:off x="5753690" y="1498954"/>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2" name="Rectangle 631">
            <a:extLst>
              <a:ext uri="{FF2B5EF4-FFF2-40B4-BE49-F238E27FC236}">
                <a16:creationId xmlns="" xmlns:a16="http://schemas.microsoft.com/office/drawing/2014/main" id="{73C66133-70ED-4993-9618-00165BC31FD8}"/>
              </a:ext>
            </a:extLst>
          </p:cNvPr>
          <p:cNvSpPr/>
          <p:nvPr/>
        </p:nvSpPr>
        <p:spPr>
          <a:xfrm>
            <a:off x="5753689" y="1604803"/>
            <a:ext cx="242888" cy="30165"/>
          </a:xfrm>
          <a:prstGeom prst="rect">
            <a:avLst/>
          </a:prstGeom>
          <a:solidFill>
            <a:schemeClr val="accent6">
              <a:lumMod val="5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33" name="Rectangle 632">
            <a:extLst>
              <a:ext uri="{FF2B5EF4-FFF2-40B4-BE49-F238E27FC236}">
                <a16:creationId xmlns="" xmlns:a16="http://schemas.microsoft.com/office/drawing/2014/main" id="{305C5EB9-0092-4716-98E7-F401B8755B90}"/>
              </a:ext>
            </a:extLst>
          </p:cNvPr>
          <p:cNvSpPr/>
          <p:nvPr/>
        </p:nvSpPr>
        <p:spPr>
          <a:xfrm>
            <a:off x="5753689" y="1563597"/>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 name="Rectangle 633">
            <a:extLst>
              <a:ext uri="{FF2B5EF4-FFF2-40B4-BE49-F238E27FC236}">
                <a16:creationId xmlns="" xmlns:a16="http://schemas.microsoft.com/office/drawing/2014/main" id="{A151FB6A-D95E-4641-A1F3-10F5D89952D1}"/>
              </a:ext>
            </a:extLst>
          </p:cNvPr>
          <p:cNvSpPr/>
          <p:nvPr/>
        </p:nvSpPr>
        <p:spPr>
          <a:xfrm>
            <a:off x="5753689" y="1530790"/>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5" name="Rectangle 634">
            <a:extLst>
              <a:ext uri="{FF2B5EF4-FFF2-40B4-BE49-F238E27FC236}">
                <a16:creationId xmlns="" xmlns:a16="http://schemas.microsoft.com/office/drawing/2014/main" id="{C64D03AF-C1EF-4831-AADC-E1658D2A5D52}"/>
              </a:ext>
            </a:extLst>
          </p:cNvPr>
          <p:cNvSpPr/>
          <p:nvPr/>
        </p:nvSpPr>
        <p:spPr>
          <a:xfrm>
            <a:off x="5753689" y="1497982"/>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6" name="Rectangle 635">
            <a:extLst>
              <a:ext uri="{FF2B5EF4-FFF2-40B4-BE49-F238E27FC236}">
                <a16:creationId xmlns="" xmlns:a16="http://schemas.microsoft.com/office/drawing/2014/main" id="{BC980496-AC6A-4E6A-B58C-E25655D61446}"/>
              </a:ext>
            </a:extLst>
          </p:cNvPr>
          <p:cNvSpPr/>
          <p:nvPr/>
        </p:nvSpPr>
        <p:spPr>
          <a:xfrm>
            <a:off x="6251373" y="1499047"/>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7" name="Rectangle 636">
            <a:extLst>
              <a:ext uri="{FF2B5EF4-FFF2-40B4-BE49-F238E27FC236}">
                <a16:creationId xmlns="" xmlns:a16="http://schemas.microsoft.com/office/drawing/2014/main" id="{34648534-E7AA-4235-95D9-90DAEB793C6A}"/>
              </a:ext>
            </a:extLst>
          </p:cNvPr>
          <p:cNvSpPr/>
          <p:nvPr/>
        </p:nvSpPr>
        <p:spPr>
          <a:xfrm>
            <a:off x="6256509" y="1556054"/>
            <a:ext cx="242888" cy="74282"/>
          </a:xfrm>
          <a:prstGeom prst="rect">
            <a:avLst/>
          </a:prstGeom>
          <a:solidFill>
            <a:schemeClr val="accent6">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9" name="Rectangle 638">
            <a:extLst>
              <a:ext uri="{FF2B5EF4-FFF2-40B4-BE49-F238E27FC236}">
                <a16:creationId xmlns="" xmlns:a16="http://schemas.microsoft.com/office/drawing/2014/main" id="{FBC9EAED-874C-44DD-A25D-A14ECC7A94B9}"/>
              </a:ext>
            </a:extLst>
          </p:cNvPr>
          <p:cNvSpPr/>
          <p:nvPr/>
        </p:nvSpPr>
        <p:spPr>
          <a:xfrm>
            <a:off x="6251372" y="1530883"/>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0" name="Rectangle 639">
            <a:extLst>
              <a:ext uri="{FF2B5EF4-FFF2-40B4-BE49-F238E27FC236}">
                <a16:creationId xmlns="" xmlns:a16="http://schemas.microsoft.com/office/drawing/2014/main" id="{E8BDDA21-5931-48C2-B445-EC2A55679E05}"/>
              </a:ext>
            </a:extLst>
          </p:cNvPr>
          <p:cNvSpPr/>
          <p:nvPr/>
        </p:nvSpPr>
        <p:spPr>
          <a:xfrm>
            <a:off x="6251372" y="1498075"/>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1" name="Rectangle 640">
            <a:extLst>
              <a:ext uri="{FF2B5EF4-FFF2-40B4-BE49-F238E27FC236}">
                <a16:creationId xmlns="" xmlns:a16="http://schemas.microsoft.com/office/drawing/2014/main" id="{8A7E82B9-C2C5-4CA4-A914-1DB77DB7170C}"/>
              </a:ext>
            </a:extLst>
          </p:cNvPr>
          <p:cNvSpPr/>
          <p:nvPr/>
        </p:nvSpPr>
        <p:spPr>
          <a:xfrm>
            <a:off x="5943001" y="1738595"/>
            <a:ext cx="242888" cy="128587"/>
          </a:xfrm>
          <a:prstGeom prst="rect">
            <a:avLst/>
          </a:prstGeom>
          <a:solidFill>
            <a:srgbClr val="CC00CC"/>
          </a:solidFill>
          <a:ln w="3175">
            <a:solidFill>
              <a:schemeClr val="bg2"/>
            </a:solidFill>
          </a:ln>
          <a:effectLst>
            <a:glow>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45" name="Rectangle 644">
            <a:extLst>
              <a:ext uri="{FF2B5EF4-FFF2-40B4-BE49-F238E27FC236}">
                <a16:creationId xmlns="" xmlns:a16="http://schemas.microsoft.com/office/drawing/2014/main" id="{4157E394-BB15-4556-8854-1CC2EB7AAF87}"/>
              </a:ext>
            </a:extLst>
          </p:cNvPr>
          <p:cNvSpPr/>
          <p:nvPr/>
        </p:nvSpPr>
        <p:spPr>
          <a:xfrm>
            <a:off x="5463176" y="1722309"/>
            <a:ext cx="242888" cy="128587"/>
          </a:xfrm>
          <a:prstGeom prst="rect">
            <a:avLst/>
          </a:prstGeom>
          <a:noFill/>
          <a:ln w="3175">
            <a:solidFill>
              <a:schemeClr val="bg1">
                <a:lumMod val="8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6" name="Rectangle 645">
            <a:extLst>
              <a:ext uri="{FF2B5EF4-FFF2-40B4-BE49-F238E27FC236}">
                <a16:creationId xmlns="" xmlns:a16="http://schemas.microsoft.com/office/drawing/2014/main" id="{DB2B316A-A397-4B11-9017-79FB6F4A9CC9}"/>
              </a:ext>
            </a:extLst>
          </p:cNvPr>
          <p:cNvSpPr/>
          <p:nvPr/>
        </p:nvSpPr>
        <p:spPr>
          <a:xfrm>
            <a:off x="5463176" y="1784165"/>
            <a:ext cx="242888" cy="66456"/>
          </a:xfrm>
          <a:prstGeom prst="rect">
            <a:avLst/>
          </a:prstGeom>
          <a:solidFill>
            <a:schemeClr val="accent4">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highlight>
                <a:srgbClr val="0000FF"/>
              </a:highlight>
            </a:endParaRPr>
          </a:p>
        </p:txBody>
      </p:sp>
      <p:sp>
        <p:nvSpPr>
          <p:cNvPr id="648" name="Rectangle 647">
            <a:extLst>
              <a:ext uri="{FF2B5EF4-FFF2-40B4-BE49-F238E27FC236}">
                <a16:creationId xmlns="" xmlns:a16="http://schemas.microsoft.com/office/drawing/2014/main" id="{BF573632-1684-45B3-9261-C7ED3E984E0E}"/>
              </a:ext>
            </a:extLst>
          </p:cNvPr>
          <p:cNvSpPr/>
          <p:nvPr/>
        </p:nvSpPr>
        <p:spPr>
          <a:xfrm>
            <a:off x="5463176" y="1754840"/>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 name="Rectangle 648">
            <a:extLst>
              <a:ext uri="{FF2B5EF4-FFF2-40B4-BE49-F238E27FC236}">
                <a16:creationId xmlns="" xmlns:a16="http://schemas.microsoft.com/office/drawing/2014/main" id="{E6CA1441-444A-419A-8CDE-2AEB9BD1EF12}"/>
              </a:ext>
            </a:extLst>
          </p:cNvPr>
          <p:cNvSpPr/>
          <p:nvPr/>
        </p:nvSpPr>
        <p:spPr>
          <a:xfrm>
            <a:off x="5463176" y="1722032"/>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 name="Rectangle 649">
            <a:extLst>
              <a:ext uri="{FF2B5EF4-FFF2-40B4-BE49-F238E27FC236}">
                <a16:creationId xmlns="" xmlns:a16="http://schemas.microsoft.com/office/drawing/2014/main" id="{0D2CC082-558D-43CD-947A-54B40EEB3004}"/>
              </a:ext>
            </a:extLst>
          </p:cNvPr>
          <p:cNvSpPr/>
          <p:nvPr/>
        </p:nvSpPr>
        <p:spPr>
          <a:xfrm>
            <a:off x="5463176" y="1722572"/>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Rectangle 650">
            <a:extLst>
              <a:ext uri="{FF2B5EF4-FFF2-40B4-BE49-F238E27FC236}">
                <a16:creationId xmlns="" xmlns:a16="http://schemas.microsoft.com/office/drawing/2014/main" id="{0D2CC082-558D-43CD-947A-54B40EEB3004}"/>
              </a:ext>
            </a:extLst>
          </p:cNvPr>
          <p:cNvSpPr/>
          <p:nvPr/>
        </p:nvSpPr>
        <p:spPr>
          <a:xfrm>
            <a:off x="5510802" y="1253114"/>
            <a:ext cx="242888" cy="128587"/>
          </a:xfrm>
          <a:prstGeom prst="rect">
            <a:avLst/>
          </a:prstGeom>
          <a:no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Rectangle 652">
            <a:extLst>
              <a:ext uri="{FF2B5EF4-FFF2-40B4-BE49-F238E27FC236}">
                <a16:creationId xmlns="" xmlns:a16="http://schemas.microsoft.com/office/drawing/2014/main" id="{7242B7BA-2210-459A-946A-F7A2AB97D8CD}"/>
              </a:ext>
            </a:extLst>
          </p:cNvPr>
          <p:cNvSpPr/>
          <p:nvPr/>
        </p:nvSpPr>
        <p:spPr>
          <a:xfrm>
            <a:off x="6445137" y="1731271"/>
            <a:ext cx="230985" cy="14282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4" name="Rectangle 653">
            <a:extLst>
              <a:ext uri="{FF2B5EF4-FFF2-40B4-BE49-F238E27FC236}">
                <a16:creationId xmlns="" xmlns:a16="http://schemas.microsoft.com/office/drawing/2014/main" id="{2D50E8E1-3B33-45D7-89B8-488CC5AFB86F}"/>
              </a:ext>
            </a:extLst>
          </p:cNvPr>
          <p:cNvSpPr/>
          <p:nvPr/>
        </p:nvSpPr>
        <p:spPr>
          <a:xfrm>
            <a:off x="6445137" y="1744781"/>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5" name="Rectangle 654">
            <a:extLst>
              <a:ext uri="{FF2B5EF4-FFF2-40B4-BE49-F238E27FC236}">
                <a16:creationId xmlns="" xmlns:a16="http://schemas.microsoft.com/office/drawing/2014/main" id="{C8821662-C2FF-405B-9523-FBBE77270A7F}"/>
              </a:ext>
            </a:extLst>
          </p:cNvPr>
          <p:cNvSpPr/>
          <p:nvPr/>
        </p:nvSpPr>
        <p:spPr>
          <a:xfrm>
            <a:off x="6445137" y="1774058"/>
            <a:ext cx="242888" cy="98340"/>
          </a:xfrm>
          <a:prstGeom prst="rect">
            <a:avLst/>
          </a:prstGeom>
          <a:solidFill>
            <a:srgbClr val="FC6B27"/>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58" name="Rectangle 657">
            <a:extLst>
              <a:ext uri="{FF2B5EF4-FFF2-40B4-BE49-F238E27FC236}">
                <a16:creationId xmlns="" xmlns:a16="http://schemas.microsoft.com/office/drawing/2014/main" id="{E51F7E69-99BB-45AE-A1F3-BB32F1BDF418}"/>
              </a:ext>
            </a:extLst>
          </p:cNvPr>
          <p:cNvSpPr/>
          <p:nvPr/>
        </p:nvSpPr>
        <p:spPr>
          <a:xfrm>
            <a:off x="6445137" y="1755464"/>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9" name="Rectangle 658">
            <a:extLst>
              <a:ext uri="{FF2B5EF4-FFF2-40B4-BE49-F238E27FC236}">
                <a16:creationId xmlns="" xmlns:a16="http://schemas.microsoft.com/office/drawing/2014/main" id="{D193722C-AA1E-4DCD-B882-560AAD428B9A}"/>
              </a:ext>
            </a:extLst>
          </p:cNvPr>
          <p:cNvSpPr/>
          <p:nvPr/>
        </p:nvSpPr>
        <p:spPr>
          <a:xfrm>
            <a:off x="6445137" y="1744854"/>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0" name="Rectangle 659">
            <a:extLst>
              <a:ext uri="{FF2B5EF4-FFF2-40B4-BE49-F238E27FC236}">
                <a16:creationId xmlns="" xmlns:a16="http://schemas.microsoft.com/office/drawing/2014/main" id="{476F0DB1-AAB3-4006-9F4A-1D403AC1EE3C}"/>
              </a:ext>
            </a:extLst>
          </p:cNvPr>
          <p:cNvSpPr/>
          <p:nvPr/>
        </p:nvSpPr>
        <p:spPr>
          <a:xfrm>
            <a:off x="6445137" y="1729025"/>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1" name="Rectangle 660"/>
          <p:cNvSpPr/>
          <p:nvPr/>
        </p:nvSpPr>
        <p:spPr>
          <a:xfrm>
            <a:off x="6445137" y="1729025"/>
            <a:ext cx="238171" cy="143372"/>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2" name="Rectangle 661">
            <a:extLst>
              <a:ext uri="{FF2B5EF4-FFF2-40B4-BE49-F238E27FC236}">
                <a16:creationId xmlns="" xmlns:a16="http://schemas.microsoft.com/office/drawing/2014/main" id="{7242B7BA-2210-459A-946A-F7A2AB97D8CD}"/>
              </a:ext>
            </a:extLst>
          </p:cNvPr>
          <p:cNvSpPr/>
          <p:nvPr/>
        </p:nvSpPr>
        <p:spPr>
          <a:xfrm>
            <a:off x="6443151" y="1934327"/>
            <a:ext cx="230985" cy="142827"/>
          </a:xfrm>
          <a:prstGeom prst="rect">
            <a:avLst/>
          </a:prstGeom>
          <a:solidFill>
            <a:srgbClr val="FC6B27"/>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3" name="Rectangle 662">
            <a:extLst>
              <a:ext uri="{FF2B5EF4-FFF2-40B4-BE49-F238E27FC236}">
                <a16:creationId xmlns="" xmlns:a16="http://schemas.microsoft.com/office/drawing/2014/main" id="{2D50E8E1-3B33-45D7-89B8-488CC5AFB86F}"/>
              </a:ext>
            </a:extLst>
          </p:cNvPr>
          <p:cNvSpPr/>
          <p:nvPr/>
        </p:nvSpPr>
        <p:spPr>
          <a:xfrm>
            <a:off x="6443151" y="1947837"/>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6" name="Rectangle 665">
            <a:extLst>
              <a:ext uri="{FF2B5EF4-FFF2-40B4-BE49-F238E27FC236}">
                <a16:creationId xmlns="" xmlns:a16="http://schemas.microsoft.com/office/drawing/2014/main" id="{476F0DB1-AAB3-4006-9F4A-1D403AC1EE3C}"/>
              </a:ext>
            </a:extLst>
          </p:cNvPr>
          <p:cNvSpPr/>
          <p:nvPr/>
        </p:nvSpPr>
        <p:spPr>
          <a:xfrm>
            <a:off x="6443151" y="1969817"/>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7" name="Rectangle 666">
            <a:extLst>
              <a:ext uri="{FF2B5EF4-FFF2-40B4-BE49-F238E27FC236}">
                <a16:creationId xmlns="" xmlns:a16="http://schemas.microsoft.com/office/drawing/2014/main" id="{E51F7E69-99BB-45AE-A1F3-BB32F1BDF418}"/>
              </a:ext>
            </a:extLst>
          </p:cNvPr>
          <p:cNvSpPr/>
          <p:nvPr/>
        </p:nvSpPr>
        <p:spPr>
          <a:xfrm>
            <a:off x="6443151" y="1958520"/>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8" name="Rectangle 667">
            <a:extLst>
              <a:ext uri="{FF2B5EF4-FFF2-40B4-BE49-F238E27FC236}">
                <a16:creationId xmlns="" xmlns:a16="http://schemas.microsoft.com/office/drawing/2014/main" id="{D193722C-AA1E-4DCD-B882-560AAD428B9A}"/>
              </a:ext>
            </a:extLst>
          </p:cNvPr>
          <p:cNvSpPr/>
          <p:nvPr/>
        </p:nvSpPr>
        <p:spPr>
          <a:xfrm>
            <a:off x="6443151" y="1947910"/>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9" name="Rectangle 668">
            <a:extLst>
              <a:ext uri="{FF2B5EF4-FFF2-40B4-BE49-F238E27FC236}">
                <a16:creationId xmlns="" xmlns:a16="http://schemas.microsoft.com/office/drawing/2014/main" id="{476F0DB1-AAB3-4006-9F4A-1D403AC1EE3C}"/>
              </a:ext>
            </a:extLst>
          </p:cNvPr>
          <p:cNvSpPr/>
          <p:nvPr/>
        </p:nvSpPr>
        <p:spPr>
          <a:xfrm>
            <a:off x="6443151" y="1932081"/>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76" name="Straight Connector 675">
            <a:extLst>
              <a:ext uri="{FF2B5EF4-FFF2-40B4-BE49-F238E27FC236}">
                <a16:creationId xmlns="" xmlns:a16="http://schemas.microsoft.com/office/drawing/2014/main" id="{1A88F77B-CCED-4CEC-8084-6017CD5D6D20}"/>
              </a:ext>
            </a:extLst>
          </p:cNvPr>
          <p:cNvCxnSpPr/>
          <p:nvPr/>
        </p:nvCxnSpPr>
        <p:spPr>
          <a:xfrm>
            <a:off x="6374459" y="2003292"/>
            <a:ext cx="6906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682" name="Straight Connector 681">
            <a:extLst>
              <a:ext uri="{FF2B5EF4-FFF2-40B4-BE49-F238E27FC236}">
                <a16:creationId xmlns="" xmlns:a16="http://schemas.microsoft.com/office/drawing/2014/main" id="{3CD8BB1D-AAE7-4CA0-B575-C7F8616689CD}"/>
              </a:ext>
            </a:extLst>
          </p:cNvPr>
          <p:cNvCxnSpPr>
            <a:cxnSpLocks/>
          </p:cNvCxnSpPr>
          <p:nvPr/>
        </p:nvCxnSpPr>
        <p:spPr>
          <a:xfrm flipH="1" flipV="1">
            <a:off x="3659711" y="2024648"/>
            <a:ext cx="68287" cy="183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683" name="Rectangle 682">
            <a:extLst>
              <a:ext uri="{FF2B5EF4-FFF2-40B4-BE49-F238E27FC236}">
                <a16:creationId xmlns="" xmlns:a16="http://schemas.microsoft.com/office/drawing/2014/main" id="{4157E394-BB15-4556-8854-1CC2EB7AAF87}"/>
              </a:ext>
            </a:extLst>
          </p:cNvPr>
          <p:cNvSpPr/>
          <p:nvPr/>
        </p:nvSpPr>
        <p:spPr>
          <a:xfrm>
            <a:off x="3727998" y="1946063"/>
            <a:ext cx="242888" cy="128587"/>
          </a:xfrm>
          <a:prstGeom prst="rect">
            <a:avLst/>
          </a:prstGeom>
          <a:noFill/>
          <a:ln w="3175">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4" name="Rectangle 683">
            <a:extLst>
              <a:ext uri="{FF2B5EF4-FFF2-40B4-BE49-F238E27FC236}">
                <a16:creationId xmlns="" xmlns:a16="http://schemas.microsoft.com/office/drawing/2014/main" id="{DB2B316A-A397-4B11-9017-79FB6F4A9CC9}"/>
              </a:ext>
            </a:extLst>
          </p:cNvPr>
          <p:cNvSpPr/>
          <p:nvPr/>
        </p:nvSpPr>
        <p:spPr>
          <a:xfrm>
            <a:off x="3727998" y="2020325"/>
            <a:ext cx="242888" cy="51475"/>
          </a:xfrm>
          <a:prstGeom prst="rect">
            <a:avLst/>
          </a:prstGeom>
          <a:solidFill>
            <a:srgbClr val="FFFCB4"/>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highlight>
                <a:srgbClr val="0000FF"/>
              </a:highlight>
            </a:endParaRPr>
          </a:p>
        </p:txBody>
      </p:sp>
      <p:sp>
        <p:nvSpPr>
          <p:cNvPr id="686" name="Rectangle 685">
            <a:extLst>
              <a:ext uri="{FF2B5EF4-FFF2-40B4-BE49-F238E27FC236}">
                <a16:creationId xmlns="" xmlns:a16="http://schemas.microsoft.com/office/drawing/2014/main" id="{BF573632-1684-45B3-9261-C7ED3E984E0E}"/>
              </a:ext>
            </a:extLst>
          </p:cNvPr>
          <p:cNvSpPr/>
          <p:nvPr/>
        </p:nvSpPr>
        <p:spPr>
          <a:xfrm>
            <a:off x="3727998" y="1978594"/>
            <a:ext cx="242888" cy="3016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7" name="Rectangle 686">
            <a:extLst>
              <a:ext uri="{FF2B5EF4-FFF2-40B4-BE49-F238E27FC236}">
                <a16:creationId xmlns="" xmlns:a16="http://schemas.microsoft.com/office/drawing/2014/main" id="{E6CA1441-444A-419A-8CDE-2AEB9BD1EF12}"/>
              </a:ext>
            </a:extLst>
          </p:cNvPr>
          <p:cNvSpPr/>
          <p:nvPr/>
        </p:nvSpPr>
        <p:spPr>
          <a:xfrm>
            <a:off x="3727998" y="1945786"/>
            <a:ext cx="242888" cy="30165"/>
          </a:xfrm>
          <a:prstGeom prst="rect">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Rectangle 687">
            <a:extLst>
              <a:ext uri="{FF2B5EF4-FFF2-40B4-BE49-F238E27FC236}">
                <a16:creationId xmlns="" xmlns:a16="http://schemas.microsoft.com/office/drawing/2014/main" id="{0D2CC082-558D-43CD-947A-54B40EEB3004}"/>
              </a:ext>
            </a:extLst>
          </p:cNvPr>
          <p:cNvSpPr/>
          <p:nvPr/>
        </p:nvSpPr>
        <p:spPr>
          <a:xfrm>
            <a:off x="3727998" y="1946326"/>
            <a:ext cx="242888" cy="128587"/>
          </a:xfrm>
          <a:prstGeom prst="rect">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4" name="Rectangle 693">
            <a:extLst>
              <a:ext uri="{FF2B5EF4-FFF2-40B4-BE49-F238E27FC236}">
                <a16:creationId xmlns="" xmlns:a16="http://schemas.microsoft.com/office/drawing/2014/main" id="{B6E4EC7D-E441-41E0-87BC-D281819DC2C1}"/>
              </a:ext>
            </a:extLst>
          </p:cNvPr>
          <p:cNvSpPr/>
          <p:nvPr/>
        </p:nvSpPr>
        <p:spPr>
          <a:xfrm>
            <a:off x="5949194" y="2007481"/>
            <a:ext cx="242888" cy="68673"/>
          </a:xfrm>
          <a:prstGeom prst="rect">
            <a:avLst/>
          </a:prstGeom>
          <a:solidFill>
            <a:schemeClr val="accent5"/>
          </a:solidFill>
          <a:ln w="3175">
            <a:solidFill>
              <a:srgbClr val="00B0F0"/>
            </a:solidFill>
          </a:ln>
          <a:effectLst>
            <a:glow>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695" name="Straight Connector 694">
            <a:extLst>
              <a:ext uri="{FF2B5EF4-FFF2-40B4-BE49-F238E27FC236}">
                <a16:creationId xmlns="" xmlns:a16="http://schemas.microsoft.com/office/drawing/2014/main" id="{CAEB1DAD-85DA-4984-8EC2-8A0E2D8F150A}"/>
              </a:ext>
            </a:extLst>
          </p:cNvPr>
          <p:cNvCxnSpPr>
            <a:cxnSpLocks/>
          </p:cNvCxnSpPr>
          <p:nvPr/>
        </p:nvCxnSpPr>
        <p:spPr>
          <a:xfrm>
            <a:off x="6070392" y="2077051"/>
            <a:ext cx="0" cy="1189818"/>
          </a:xfrm>
          <a:prstGeom prst="line">
            <a:avLst/>
          </a:prstGeom>
        </p:spPr>
        <p:style>
          <a:lnRef idx="1">
            <a:schemeClr val="accent1"/>
          </a:lnRef>
          <a:fillRef idx="0">
            <a:schemeClr val="accent1"/>
          </a:fillRef>
          <a:effectRef idx="0">
            <a:schemeClr val="accent1"/>
          </a:effectRef>
          <a:fontRef idx="minor">
            <a:schemeClr val="tx1"/>
          </a:fontRef>
        </p:style>
      </p:cxnSp>
      <p:cxnSp>
        <p:nvCxnSpPr>
          <p:cNvPr id="696" name="Straight Connector 695">
            <a:extLst>
              <a:ext uri="{FF2B5EF4-FFF2-40B4-BE49-F238E27FC236}">
                <a16:creationId xmlns="" xmlns:a16="http://schemas.microsoft.com/office/drawing/2014/main" id="{97579AB6-0067-4034-AE67-FF9D9A4D46B3}"/>
              </a:ext>
            </a:extLst>
          </p:cNvPr>
          <p:cNvCxnSpPr/>
          <p:nvPr/>
        </p:nvCxnSpPr>
        <p:spPr>
          <a:xfrm>
            <a:off x="6070392" y="2248574"/>
            <a:ext cx="6906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697" name="Straight Connector 696">
            <a:extLst>
              <a:ext uri="{FF2B5EF4-FFF2-40B4-BE49-F238E27FC236}">
                <a16:creationId xmlns="" xmlns:a16="http://schemas.microsoft.com/office/drawing/2014/main" id="{38EFAB8A-7613-4D9E-B66D-826CEF68EC6C}"/>
              </a:ext>
            </a:extLst>
          </p:cNvPr>
          <p:cNvCxnSpPr>
            <a:cxnSpLocks/>
          </p:cNvCxnSpPr>
          <p:nvPr/>
        </p:nvCxnSpPr>
        <p:spPr>
          <a:xfrm>
            <a:off x="6072773" y="2451575"/>
            <a:ext cx="666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8" name="Straight Connector 697">
            <a:extLst>
              <a:ext uri="{FF2B5EF4-FFF2-40B4-BE49-F238E27FC236}">
                <a16:creationId xmlns="" xmlns:a16="http://schemas.microsoft.com/office/drawing/2014/main" id="{1F695D3B-DAD9-4413-8646-72337CAF9B18}"/>
              </a:ext>
            </a:extLst>
          </p:cNvPr>
          <p:cNvCxnSpPr>
            <a:cxnSpLocks/>
          </p:cNvCxnSpPr>
          <p:nvPr/>
        </p:nvCxnSpPr>
        <p:spPr>
          <a:xfrm>
            <a:off x="6072773" y="2654575"/>
            <a:ext cx="666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9" name="Straight Connector 698">
            <a:extLst>
              <a:ext uri="{FF2B5EF4-FFF2-40B4-BE49-F238E27FC236}">
                <a16:creationId xmlns="" xmlns:a16="http://schemas.microsoft.com/office/drawing/2014/main" id="{5A46005A-0A16-4D64-96AC-D3CA20736E50}"/>
              </a:ext>
            </a:extLst>
          </p:cNvPr>
          <p:cNvCxnSpPr>
            <a:cxnSpLocks/>
          </p:cNvCxnSpPr>
          <p:nvPr/>
        </p:nvCxnSpPr>
        <p:spPr>
          <a:xfrm>
            <a:off x="6072773" y="2857575"/>
            <a:ext cx="666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00" name="Straight Connector 699">
            <a:extLst>
              <a:ext uri="{FF2B5EF4-FFF2-40B4-BE49-F238E27FC236}">
                <a16:creationId xmlns="" xmlns:a16="http://schemas.microsoft.com/office/drawing/2014/main" id="{E5134CC7-D0C8-472C-93DF-A2F323BF61BB}"/>
              </a:ext>
            </a:extLst>
          </p:cNvPr>
          <p:cNvCxnSpPr>
            <a:cxnSpLocks/>
          </p:cNvCxnSpPr>
          <p:nvPr/>
        </p:nvCxnSpPr>
        <p:spPr>
          <a:xfrm>
            <a:off x="6075154" y="3060573"/>
            <a:ext cx="64300" cy="2"/>
          </a:xfrm>
          <a:prstGeom prst="line">
            <a:avLst/>
          </a:prstGeom>
        </p:spPr>
        <p:style>
          <a:lnRef idx="1">
            <a:schemeClr val="accent1"/>
          </a:lnRef>
          <a:fillRef idx="0">
            <a:schemeClr val="accent1"/>
          </a:fillRef>
          <a:effectRef idx="0">
            <a:schemeClr val="accent1"/>
          </a:effectRef>
          <a:fontRef idx="minor">
            <a:schemeClr val="tx1"/>
          </a:fontRef>
        </p:style>
      </p:cxnSp>
      <p:cxnSp>
        <p:nvCxnSpPr>
          <p:cNvPr id="701" name="Straight Connector 700">
            <a:extLst>
              <a:ext uri="{FF2B5EF4-FFF2-40B4-BE49-F238E27FC236}">
                <a16:creationId xmlns="" xmlns:a16="http://schemas.microsoft.com/office/drawing/2014/main" id="{E5134CC7-D0C8-472C-93DF-A2F323BF61BB}"/>
              </a:ext>
            </a:extLst>
          </p:cNvPr>
          <p:cNvCxnSpPr>
            <a:cxnSpLocks/>
          </p:cNvCxnSpPr>
          <p:nvPr/>
        </p:nvCxnSpPr>
        <p:spPr>
          <a:xfrm flipH="1">
            <a:off x="6071979" y="3261315"/>
            <a:ext cx="64300" cy="2257"/>
          </a:xfrm>
          <a:prstGeom prst="line">
            <a:avLst/>
          </a:prstGeom>
        </p:spPr>
        <p:style>
          <a:lnRef idx="1">
            <a:schemeClr val="accent1"/>
          </a:lnRef>
          <a:fillRef idx="0">
            <a:schemeClr val="accent1"/>
          </a:fillRef>
          <a:effectRef idx="0">
            <a:schemeClr val="accent1"/>
          </a:effectRef>
          <a:fontRef idx="minor">
            <a:schemeClr val="tx1"/>
          </a:fontRef>
        </p:style>
      </p:cxnSp>
      <p:sp>
        <p:nvSpPr>
          <p:cNvPr id="702" name="Rectangle 701">
            <a:extLst>
              <a:ext uri="{FF2B5EF4-FFF2-40B4-BE49-F238E27FC236}">
                <a16:creationId xmlns="" xmlns:a16="http://schemas.microsoft.com/office/drawing/2014/main" id="{C8821662-C2FF-405B-9523-FBBE77270A7F}"/>
              </a:ext>
            </a:extLst>
          </p:cNvPr>
          <p:cNvSpPr/>
          <p:nvPr/>
        </p:nvSpPr>
        <p:spPr>
          <a:xfrm>
            <a:off x="6137055" y="3239682"/>
            <a:ext cx="242888" cy="100067"/>
          </a:xfrm>
          <a:prstGeom prst="rect">
            <a:avLst/>
          </a:prstGeom>
          <a:solidFill>
            <a:schemeClr val="accent1">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03" name="Rectangle 702">
            <a:extLst>
              <a:ext uri="{FF2B5EF4-FFF2-40B4-BE49-F238E27FC236}">
                <a16:creationId xmlns="" xmlns:a16="http://schemas.microsoft.com/office/drawing/2014/main" id="{476F0DB1-AAB3-4006-9F4A-1D403AC1EE3C}"/>
              </a:ext>
            </a:extLst>
          </p:cNvPr>
          <p:cNvSpPr/>
          <p:nvPr/>
        </p:nvSpPr>
        <p:spPr>
          <a:xfrm>
            <a:off x="6137055" y="3184995"/>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 name="Rectangle 703">
            <a:extLst>
              <a:ext uri="{FF2B5EF4-FFF2-40B4-BE49-F238E27FC236}">
                <a16:creationId xmlns="" xmlns:a16="http://schemas.microsoft.com/office/drawing/2014/main" id="{B6E4EC7D-E441-41E0-87BC-D281819DC2C1}"/>
              </a:ext>
            </a:extLst>
          </p:cNvPr>
          <p:cNvSpPr/>
          <p:nvPr/>
        </p:nvSpPr>
        <p:spPr>
          <a:xfrm>
            <a:off x="6137076" y="3204653"/>
            <a:ext cx="242888" cy="128587"/>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05" name="Rectangle 704">
            <a:extLst>
              <a:ext uri="{FF2B5EF4-FFF2-40B4-BE49-F238E27FC236}">
                <a16:creationId xmlns="" xmlns:a16="http://schemas.microsoft.com/office/drawing/2014/main" id="{B6E4EC7D-E441-41E0-87BC-D281819DC2C1}"/>
              </a:ext>
            </a:extLst>
          </p:cNvPr>
          <p:cNvSpPr/>
          <p:nvPr/>
        </p:nvSpPr>
        <p:spPr>
          <a:xfrm>
            <a:off x="6152429" y="2174850"/>
            <a:ext cx="242888" cy="128587"/>
          </a:xfrm>
          <a:prstGeom prst="rect">
            <a:avLst/>
          </a:prstGeom>
          <a:solidFill>
            <a:schemeClr val="accent1">
              <a:lumMod val="40000"/>
              <a:lumOff val="60000"/>
            </a:schemeClr>
          </a:solid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06" name="Rectangle 705">
            <a:extLst>
              <a:ext uri="{FF2B5EF4-FFF2-40B4-BE49-F238E27FC236}">
                <a16:creationId xmlns="" xmlns:a16="http://schemas.microsoft.com/office/drawing/2014/main" id="{B6E4EC7D-E441-41E0-87BC-D281819DC2C1}"/>
              </a:ext>
            </a:extLst>
          </p:cNvPr>
          <p:cNvSpPr/>
          <p:nvPr/>
        </p:nvSpPr>
        <p:spPr>
          <a:xfrm>
            <a:off x="6148721" y="2382092"/>
            <a:ext cx="242888" cy="128587"/>
          </a:xfrm>
          <a:prstGeom prst="rect">
            <a:avLst/>
          </a:prstGeom>
          <a:solidFill>
            <a:schemeClr val="accent1">
              <a:lumMod val="40000"/>
              <a:lumOff val="60000"/>
            </a:schemeClr>
          </a:solid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07" name="Rectangle 706">
            <a:extLst>
              <a:ext uri="{FF2B5EF4-FFF2-40B4-BE49-F238E27FC236}">
                <a16:creationId xmlns="" xmlns:a16="http://schemas.microsoft.com/office/drawing/2014/main" id="{B6E4EC7D-E441-41E0-87BC-D281819DC2C1}"/>
              </a:ext>
            </a:extLst>
          </p:cNvPr>
          <p:cNvSpPr/>
          <p:nvPr/>
        </p:nvSpPr>
        <p:spPr>
          <a:xfrm>
            <a:off x="6145013" y="2589334"/>
            <a:ext cx="242888" cy="128587"/>
          </a:xfrm>
          <a:prstGeom prst="rect">
            <a:avLst/>
          </a:prstGeom>
          <a:solidFill>
            <a:schemeClr val="accent1">
              <a:lumMod val="40000"/>
              <a:lumOff val="60000"/>
            </a:schemeClr>
          </a:solid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08" name="Rectangle 707">
            <a:extLst>
              <a:ext uri="{FF2B5EF4-FFF2-40B4-BE49-F238E27FC236}">
                <a16:creationId xmlns="" xmlns:a16="http://schemas.microsoft.com/office/drawing/2014/main" id="{B6E4EC7D-E441-41E0-87BC-D281819DC2C1}"/>
              </a:ext>
            </a:extLst>
          </p:cNvPr>
          <p:cNvSpPr/>
          <p:nvPr/>
        </p:nvSpPr>
        <p:spPr>
          <a:xfrm>
            <a:off x="6141305" y="2796576"/>
            <a:ext cx="242888" cy="128587"/>
          </a:xfrm>
          <a:prstGeom prst="rect">
            <a:avLst/>
          </a:prstGeom>
          <a:solidFill>
            <a:schemeClr val="accent1">
              <a:lumMod val="40000"/>
              <a:lumOff val="60000"/>
            </a:schemeClr>
          </a:solid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09" name="Rectangle 708">
            <a:extLst>
              <a:ext uri="{FF2B5EF4-FFF2-40B4-BE49-F238E27FC236}">
                <a16:creationId xmlns="" xmlns:a16="http://schemas.microsoft.com/office/drawing/2014/main" id="{B6E4EC7D-E441-41E0-87BC-D281819DC2C1}"/>
              </a:ext>
            </a:extLst>
          </p:cNvPr>
          <p:cNvSpPr/>
          <p:nvPr/>
        </p:nvSpPr>
        <p:spPr>
          <a:xfrm>
            <a:off x="6137597" y="3003818"/>
            <a:ext cx="242888" cy="128587"/>
          </a:xfrm>
          <a:prstGeom prst="rect">
            <a:avLst/>
          </a:prstGeom>
          <a:solidFill>
            <a:schemeClr val="accent1">
              <a:lumMod val="40000"/>
              <a:lumOff val="60000"/>
            </a:schemeClr>
          </a:solid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11" name="Rectangle 710">
            <a:extLst>
              <a:ext uri="{FF2B5EF4-FFF2-40B4-BE49-F238E27FC236}">
                <a16:creationId xmlns="" xmlns:a16="http://schemas.microsoft.com/office/drawing/2014/main" id="{F6853F87-DD3E-44EF-A074-20DFCB312792}"/>
              </a:ext>
            </a:extLst>
          </p:cNvPr>
          <p:cNvSpPr/>
          <p:nvPr/>
        </p:nvSpPr>
        <p:spPr>
          <a:xfrm>
            <a:off x="7697102" y="1776517"/>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2" name="Rectangle 711">
            <a:extLst>
              <a:ext uri="{FF2B5EF4-FFF2-40B4-BE49-F238E27FC236}">
                <a16:creationId xmlns="" xmlns:a16="http://schemas.microsoft.com/office/drawing/2014/main" id="{C81431E4-E0FF-40F5-B8DF-65A1999AD79F}"/>
              </a:ext>
            </a:extLst>
          </p:cNvPr>
          <p:cNvSpPr/>
          <p:nvPr/>
        </p:nvSpPr>
        <p:spPr>
          <a:xfrm>
            <a:off x="7692340" y="1842132"/>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13" name="Rectangle 712">
            <a:extLst>
              <a:ext uri="{FF2B5EF4-FFF2-40B4-BE49-F238E27FC236}">
                <a16:creationId xmlns="" xmlns:a16="http://schemas.microsoft.com/office/drawing/2014/main" id="{17A68A9A-EBE5-47E3-889F-6859DD5658EF}"/>
              </a:ext>
            </a:extLst>
          </p:cNvPr>
          <p:cNvSpPr/>
          <p:nvPr/>
        </p:nvSpPr>
        <p:spPr>
          <a:xfrm>
            <a:off x="7692340" y="1809324"/>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highlight>
                <a:srgbClr val="0000FF"/>
              </a:highlight>
            </a:endParaRPr>
          </a:p>
        </p:txBody>
      </p:sp>
      <p:sp>
        <p:nvSpPr>
          <p:cNvPr id="714" name="Rectangle 713">
            <a:extLst>
              <a:ext uri="{FF2B5EF4-FFF2-40B4-BE49-F238E27FC236}">
                <a16:creationId xmlns="" xmlns:a16="http://schemas.microsoft.com/office/drawing/2014/main" id="{220C94F7-1A86-4159-8420-B20527F64C68}"/>
              </a:ext>
            </a:extLst>
          </p:cNvPr>
          <p:cNvSpPr/>
          <p:nvPr/>
        </p:nvSpPr>
        <p:spPr>
          <a:xfrm>
            <a:off x="7692340" y="1743709"/>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5" name="Rectangle 714">
            <a:extLst>
              <a:ext uri="{FF2B5EF4-FFF2-40B4-BE49-F238E27FC236}">
                <a16:creationId xmlns="" xmlns:a16="http://schemas.microsoft.com/office/drawing/2014/main" id="{5AA122FE-4478-43DC-8AF4-E14DDB4F42CE}"/>
              </a:ext>
            </a:extLst>
          </p:cNvPr>
          <p:cNvSpPr/>
          <p:nvPr/>
        </p:nvSpPr>
        <p:spPr>
          <a:xfrm>
            <a:off x="7307292" y="992065"/>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6" name="Rectangle 715">
            <a:extLst>
              <a:ext uri="{FF2B5EF4-FFF2-40B4-BE49-F238E27FC236}">
                <a16:creationId xmlns="" xmlns:a16="http://schemas.microsoft.com/office/drawing/2014/main" id="{2D263282-D2E3-4A6A-9757-F40CE5061107}"/>
              </a:ext>
            </a:extLst>
          </p:cNvPr>
          <p:cNvSpPr/>
          <p:nvPr/>
        </p:nvSpPr>
        <p:spPr>
          <a:xfrm>
            <a:off x="7695919" y="1742410"/>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highlight>
                <a:srgbClr val="0000FF"/>
              </a:highlight>
            </a:endParaRPr>
          </a:p>
        </p:txBody>
      </p:sp>
      <p:sp>
        <p:nvSpPr>
          <p:cNvPr id="717" name="Rectangle 716">
            <a:extLst>
              <a:ext uri="{FF2B5EF4-FFF2-40B4-BE49-F238E27FC236}">
                <a16:creationId xmlns="" xmlns:a16="http://schemas.microsoft.com/office/drawing/2014/main" id="{BB5C5D84-D26C-46DC-9CB9-BED0DBF7551F}"/>
              </a:ext>
            </a:extLst>
          </p:cNvPr>
          <p:cNvSpPr/>
          <p:nvPr/>
        </p:nvSpPr>
        <p:spPr>
          <a:xfrm>
            <a:off x="7505413" y="993037"/>
            <a:ext cx="242888" cy="128587"/>
          </a:xfrm>
          <a:prstGeom prst="rect">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18" name="Rectangle 717">
            <a:extLst>
              <a:ext uri="{FF2B5EF4-FFF2-40B4-BE49-F238E27FC236}">
                <a16:creationId xmlns="" xmlns:a16="http://schemas.microsoft.com/office/drawing/2014/main" id="{22CF2EAD-0EBB-4E8E-8C34-D4CC197481BB}"/>
              </a:ext>
            </a:extLst>
          </p:cNvPr>
          <p:cNvSpPr/>
          <p:nvPr/>
        </p:nvSpPr>
        <p:spPr>
          <a:xfrm>
            <a:off x="7505413" y="1506593"/>
            <a:ext cx="242888" cy="128587"/>
          </a:xfrm>
          <a:prstGeom prst="rect">
            <a:avLst/>
          </a:prstGeom>
          <a:solidFill>
            <a:srgbClr val="0070C0"/>
          </a:solidFill>
          <a:ln w="3175">
            <a:solidFill>
              <a:srgbClr val="0070C0"/>
            </a:solidFill>
          </a:ln>
          <a:effectLst>
            <a:glow>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 name="Rectangle 718">
            <a:extLst>
              <a:ext uri="{FF2B5EF4-FFF2-40B4-BE49-F238E27FC236}">
                <a16:creationId xmlns="" xmlns:a16="http://schemas.microsoft.com/office/drawing/2014/main" id="{396098A8-F4BD-49B1-868E-C72C706E6D2A}"/>
              </a:ext>
            </a:extLst>
          </p:cNvPr>
          <p:cNvSpPr/>
          <p:nvPr/>
        </p:nvSpPr>
        <p:spPr>
          <a:xfrm>
            <a:off x="7753054" y="1263354"/>
            <a:ext cx="242888" cy="128587"/>
          </a:xfrm>
          <a:prstGeom prst="rect">
            <a:avLst/>
          </a:prstGeom>
          <a:solidFill>
            <a:schemeClr val="accent6">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 name="Rectangle 720">
            <a:extLst>
              <a:ext uri="{FF2B5EF4-FFF2-40B4-BE49-F238E27FC236}">
                <a16:creationId xmlns="" xmlns:a16="http://schemas.microsoft.com/office/drawing/2014/main" id="{B6E4EC7D-E441-41E0-87BC-D281819DC2C1}"/>
              </a:ext>
            </a:extLst>
          </p:cNvPr>
          <p:cNvSpPr/>
          <p:nvPr/>
        </p:nvSpPr>
        <p:spPr>
          <a:xfrm>
            <a:off x="7695919" y="1954731"/>
            <a:ext cx="242888" cy="128587"/>
          </a:xfrm>
          <a:prstGeom prst="rect">
            <a:avLst/>
          </a:prstGeom>
          <a:solidFill>
            <a:srgbClr val="00B0F0"/>
          </a:solidFill>
          <a:ln w="31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722" name="Straight Connector 721">
            <a:extLst>
              <a:ext uri="{FF2B5EF4-FFF2-40B4-BE49-F238E27FC236}">
                <a16:creationId xmlns="" xmlns:a16="http://schemas.microsoft.com/office/drawing/2014/main" id="{17936774-C830-4E69-8E5C-97CE79D95EB6}"/>
              </a:ext>
            </a:extLst>
          </p:cNvPr>
          <p:cNvCxnSpPr>
            <a:endCxn id="718" idx="0"/>
          </p:cNvCxnSpPr>
          <p:nvPr/>
        </p:nvCxnSpPr>
        <p:spPr>
          <a:xfrm>
            <a:off x="7626857" y="1121624"/>
            <a:ext cx="0" cy="384969"/>
          </a:xfrm>
          <a:prstGeom prst="line">
            <a:avLst/>
          </a:prstGeom>
          <a:ln w="3175"/>
        </p:spPr>
        <p:style>
          <a:lnRef idx="1">
            <a:schemeClr val="accent1"/>
          </a:lnRef>
          <a:fillRef idx="0">
            <a:schemeClr val="accent1"/>
          </a:fillRef>
          <a:effectRef idx="0">
            <a:schemeClr val="accent1"/>
          </a:effectRef>
          <a:fontRef idx="minor">
            <a:schemeClr val="tx1"/>
          </a:fontRef>
        </p:style>
      </p:cxnSp>
      <p:cxnSp>
        <p:nvCxnSpPr>
          <p:cNvPr id="723" name="Straight Connector 722">
            <a:extLst>
              <a:ext uri="{FF2B5EF4-FFF2-40B4-BE49-F238E27FC236}">
                <a16:creationId xmlns="" xmlns:a16="http://schemas.microsoft.com/office/drawing/2014/main" id="{BB933C96-CF6F-45A8-85EF-E78980C984F1}"/>
              </a:ext>
            </a:extLst>
          </p:cNvPr>
          <p:cNvCxnSpPr>
            <a:cxnSpLocks/>
          </p:cNvCxnSpPr>
          <p:nvPr/>
        </p:nvCxnSpPr>
        <p:spPr>
          <a:xfrm>
            <a:off x="7142272" y="1442921"/>
            <a:ext cx="984649" cy="0"/>
          </a:xfrm>
          <a:prstGeom prst="line">
            <a:avLst/>
          </a:prstGeom>
          <a:ln w="3175"/>
        </p:spPr>
        <p:style>
          <a:lnRef idx="1">
            <a:schemeClr val="accent1"/>
          </a:lnRef>
          <a:fillRef idx="0">
            <a:schemeClr val="accent1"/>
          </a:fillRef>
          <a:effectRef idx="0">
            <a:schemeClr val="accent1"/>
          </a:effectRef>
          <a:fontRef idx="minor">
            <a:schemeClr val="tx1"/>
          </a:fontRef>
        </p:style>
      </p:cxnSp>
      <p:cxnSp>
        <p:nvCxnSpPr>
          <p:cNvPr id="724" name="Straight Connector 723">
            <a:extLst>
              <a:ext uri="{FF2B5EF4-FFF2-40B4-BE49-F238E27FC236}">
                <a16:creationId xmlns="" xmlns:a16="http://schemas.microsoft.com/office/drawing/2014/main" id="{FBFFCA61-84D6-4E62-BA45-203182153E92}"/>
              </a:ext>
            </a:extLst>
          </p:cNvPr>
          <p:cNvCxnSpPr>
            <a:cxnSpLocks/>
          </p:cNvCxnSpPr>
          <p:nvPr/>
        </p:nvCxnSpPr>
        <p:spPr>
          <a:xfrm>
            <a:off x="7145843" y="1442921"/>
            <a:ext cx="0" cy="63672"/>
          </a:xfrm>
          <a:prstGeom prst="line">
            <a:avLst/>
          </a:prstGeom>
          <a:ln w="3175"/>
        </p:spPr>
        <p:style>
          <a:lnRef idx="1">
            <a:schemeClr val="accent1"/>
          </a:lnRef>
          <a:fillRef idx="0">
            <a:schemeClr val="accent1"/>
          </a:fillRef>
          <a:effectRef idx="0">
            <a:schemeClr val="accent1"/>
          </a:effectRef>
          <a:fontRef idx="minor">
            <a:schemeClr val="tx1"/>
          </a:fontRef>
        </p:style>
      </p:cxnSp>
      <p:cxnSp>
        <p:nvCxnSpPr>
          <p:cNvPr id="725" name="Straight Connector 724">
            <a:extLst>
              <a:ext uri="{FF2B5EF4-FFF2-40B4-BE49-F238E27FC236}">
                <a16:creationId xmlns="" xmlns:a16="http://schemas.microsoft.com/office/drawing/2014/main" id="{28EA1732-5B70-4431-962F-BE1441BE8810}"/>
              </a:ext>
            </a:extLst>
          </p:cNvPr>
          <p:cNvCxnSpPr>
            <a:endCxn id="720" idx="0"/>
          </p:cNvCxnSpPr>
          <p:nvPr/>
        </p:nvCxnSpPr>
        <p:spPr>
          <a:xfrm>
            <a:off x="8126921" y="1442921"/>
            <a:ext cx="0" cy="63672"/>
          </a:xfrm>
          <a:prstGeom prst="line">
            <a:avLst/>
          </a:prstGeom>
          <a:solidFill>
            <a:srgbClr val="FF0000"/>
          </a:solidFill>
          <a:ln w="3175">
            <a:noFill/>
          </a:ln>
        </p:spPr>
        <p:style>
          <a:lnRef idx="2">
            <a:schemeClr val="accent1">
              <a:shade val="50000"/>
            </a:schemeClr>
          </a:lnRef>
          <a:fillRef idx="1">
            <a:schemeClr val="accent1"/>
          </a:fillRef>
          <a:effectRef idx="0">
            <a:schemeClr val="accent1"/>
          </a:effectRef>
          <a:fontRef idx="minor">
            <a:schemeClr val="lt1"/>
          </a:fontRef>
        </p:style>
      </p:cxnSp>
      <p:cxnSp>
        <p:nvCxnSpPr>
          <p:cNvPr id="726" name="Straight Connector 725">
            <a:extLst>
              <a:ext uri="{FF2B5EF4-FFF2-40B4-BE49-F238E27FC236}">
                <a16:creationId xmlns="" xmlns:a16="http://schemas.microsoft.com/office/drawing/2014/main" id="{C94336C0-623E-444A-A31F-96699B45D665}"/>
              </a:ext>
            </a:extLst>
          </p:cNvPr>
          <p:cNvCxnSpPr>
            <a:cxnSpLocks/>
            <a:stCxn id="718" idx="2"/>
          </p:cNvCxnSpPr>
          <p:nvPr/>
        </p:nvCxnSpPr>
        <p:spPr>
          <a:xfrm>
            <a:off x="7626857" y="1635180"/>
            <a:ext cx="0" cy="383843"/>
          </a:xfrm>
          <a:prstGeom prst="line">
            <a:avLst/>
          </a:prstGeom>
        </p:spPr>
        <p:style>
          <a:lnRef idx="1">
            <a:schemeClr val="accent1"/>
          </a:lnRef>
          <a:fillRef idx="0">
            <a:schemeClr val="accent1"/>
          </a:fillRef>
          <a:effectRef idx="0">
            <a:schemeClr val="accent1"/>
          </a:effectRef>
          <a:fontRef idx="minor">
            <a:schemeClr val="tx1"/>
          </a:fontRef>
        </p:style>
      </p:cxnSp>
      <p:cxnSp>
        <p:nvCxnSpPr>
          <p:cNvPr id="727" name="Straight Connector 726">
            <a:extLst>
              <a:ext uri="{FF2B5EF4-FFF2-40B4-BE49-F238E27FC236}">
                <a16:creationId xmlns="" xmlns:a16="http://schemas.microsoft.com/office/drawing/2014/main" id="{644E8DFE-7251-4D37-AF83-5802152FF90F}"/>
              </a:ext>
            </a:extLst>
          </p:cNvPr>
          <p:cNvCxnSpPr>
            <a:endCxn id="716" idx="1"/>
          </p:cNvCxnSpPr>
          <p:nvPr/>
        </p:nvCxnSpPr>
        <p:spPr>
          <a:xfrm>
            <a:off x="7626857" y="1806703"/>
            <a:ext cx="69062" cy="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28" name="Straight Connector 727">
            <a:extLst>
              <a:ext uri="{FF2B5EF4-FFF2-40B4-BE49-F238E27FC236}">
                <a16:creationId xmlns="" xmlns:a16="http://schemas.microsoft.com/office/drawing/2014/main" id="{7E96CD4B-AB59-4A37-9086-D3B25EBF4DC6}"/>
              </a:ext>
            </a:extLst>
          </p:cNvPr>
          <p:cNvCxnSpPr>
            <a:cxnSpLocks/>
            <a:endCxn id="721" idx="1"/>
          </p:cNvCxnSpPr>
          <p:nvPr/>
        </p:nvCxnSpPr>
        <p:spPr>
          <a:xfrm>
            <a:off x="7626857" y="2019023"/>
            <a:ext cx="69062" cy="2"/>
          </a:xfrm>
          <a:prstGeom prst="line">
            <a:avLst/>
          </a:prstGeom>
        </p:spPr>
        <p:style>
          <a:lnRef idx="1">
            <a:schemeClr val="accent1"/>
          </a:lnRef>
          <a:fillRef idx="0">
            <a:schemeClr val="accent1"/>
          </a:fillRef>
          <a:effectRef idx="0">
            <a:schemeClr val="accent1"/>
          </a:effectRef>
          <a:fontRef idx="minor">
            <a:schemeClr val="tx1"/>
          </a:fontRef>
        </p:style>
      </p:cxnSp>
      <p:cxnSp>
        <p:nvCxnSpPr>
          <p:cNvPr id="729" name="Straight Connector 728">
            <a:extLst>
              <a:ext uri="{FF2B5EF4-FFF2-40B4-BE49-F238E27FC236}">
                <a16:creationId xmlns="" xmlns:a16="http://schemas.microsoft.com/office/drawing/2014/main" id="{92F5E185-CF01-4E47-8D42-7D6AFAD63891}"/>
              </a:ext>
            </a:extLst>
          </p:cNvPr>
          <p:cNvCxnSpPr>
            <a:cxnSpLocks/>
          </p:cNvCxnSpPr>
          <p:nvPr/>
        </p:nvCxnSpPr>
        <p:spPr>
          <a:xfrm>
            <a:off x="8124538" y="1442921"/>
            <a:ext cx="2383" cy="573059"/>
          </a:xfrm>
          <a:prstGeom prst="line">
            <a:avLst/>
          </a:prstGeom>
        </p:spPr>
        <p:style>
          <a:lnRef idx="1">
            <a:schemeClr val="accent1"/>
          </a:lnRef>
          <a:fillRef idx="0">
            <a:schemeClr val="accent1"/>
          </a:fillRef>
          <a:effectRef idx="0">
            <a:schemeClr val="accent1"/>
          </a:effectRef>
          <a:fontRef idx="minor">
            <a:schemeClr val="tx1"/>
          </a:fontRef>
        </p:style>
      </p:cxnSp>
      <p:cxnSp>
        <p:nvCxnSpPr>
          <p:cNvPr id="730" name="Straight Connector 729">
            <a:extLst>
              <a:ext uri="{FF2B5EF4-FFF2-40B4-BE49-F238E27FC236}">
                <a16:creationId xmlns="" xmlns:a16="http://schemas.microsoft.com/office/drawing/2014/main" id="{1A88F77B-CCED-4CEC-8084-6017CD5D6D20}"/>
              </a:ext>
            </a:extLst>
          </p:cNvPr>
          <p:cNvCxnSpPr/>
          <p:nvPr/>
        </p:nvCxnSpPr>
        <p:spPr>
          <a:xfrm>
            <a:off x="8126921" y="1803660"/>
            <a:ext cx="6906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731" name="Straight Connector 730">
            <a:extLst>
              <a:ext uri="{FF2B5EF4-FFF2-40B4-BE49-F238E27FC236}">
                <a16:creationId xmlns="" xmlns:a16="http://schemas.microsoft.com/office/drawing/2014/main" id="{6AE06D67-6628-460D-B93F-037197BBF3B1}"/>
              </a:ext>
            </a:extLst>
          </p:cNvPr>
          <p:cNvCxnSpPr>
            <a:stCxn id="765" idx="3"/>
            <a:endCxn id="719" idx="1"/>
          </p:cNvCxnSpPr>
          <p:nvPr/>
        </p:nvCxnSpPr>
        <p:spPr>
          <a:xfrm>
            <a:off x="7505412" y="1324224"/>
            <a:ext cx="247642" cy="3424"/>
          </a:xfrm>
          <a:prstGeom prst="line">
            <a:avLst/>
          </a:prstGeom>
          <a:ln w="3175"/>
        </p:spPr>
        <p:style>
          <a:lnRef idx="1">
            <a:schemeClr val="accent1"/>
          </a:lnRef>
          <a:fillRef idx="0">
            <a:schemeClr val="accent1"/>
          </a:fillRef>
          <a:effectRef idx="0">
            <a:schemeClr val="accent1"/>
          </a:effectRef>
          <a:fontRef idx="minor">
            <a:schemeClr val="tx1"/>
          </a:fontRef>
        </p:style>
      </p:cxnSp>
      <p:sp>
        <p:nvSpPr>
          <p:cNvPr id="732" name="Rectangle 731">
            <a:extLst>
              <a:ext uri="{FF2B5EF4-FFF2-40B4-BE49-F238E27FC236}">
                <a16:creationId xmlns="" xmlns:a16="http://schemas.microsoft.com/office/drawing/2014/main" id="{401E0D52-4765-49D4-99E9-41764EBD52EA}"/>
              </a:ext>
            </a:extLst>
          </p:cNvPr>
          <p:cNvSpPr/>
          <p:nvPr/>
        </p:nvSpPr>
        <p:spPr>
          <a:xfrm>
            <a:off x="7019631" y="1494878"/>
            <a:ext cx="242888" cy="128587"/>
          </a:xfrm>
          <a:prstGeom prst="rect">
            <a:avLst/>
          </a:prstGeom>
          <a:solidFill>
            <a:schemeClr val="accent4">
              <a:lumMod val="7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3" name="Rectangle 732">
            <a:extLst>
              <a:ext uri="{FF2B5EF4-FFF2-40B4-BE49-F238E27FC236}">
                <a16:creationId xmlns="" xmlns:a16="http://schemas.microsoft.com/office/drawing/2014/main" id="{8E6383FA-CFEA-4CC8-BC07-41D38E7C91AB}"/>
              </a:ext>
            </a:extLst>
          </p:cNvPr>
          <p:cNvSpPr/>
          <p:nvPr/>
        </p:nvSpPr>
        <p:spPr>
          <a:xfrm>
            <a:off x="7211334" y="1951688"/>
            <a:ext cx="242888" cy="128587"/>
          </a:xfrm>
          <a:prstGeom prst="rect">
            <a:avLst/>
          </a:prstGeom>
          <a:solidFill>
            <a:srgbClr val="FFFCB4"/>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highlight>
                <a:srgbClr val="0000FF"/>
              </a:highlight>
            </a:endParaRPr>
          </a:p>
        </p:txBody>
      </p:sp>
      <p:cxnSp>
        <p:nvCxnSpPr>
          <p:cNvPr id="734" name="Straight Connector 733">
            <a:extLst>
              <a:ext uri="{FF2B5EF4-FFF2-40B4-BE49-F238E27FC236}">
                <a16:creationId xmlns="" xmlns:a16="http://schemas.microsoft.com/office/drawing/2014/main" id="{F03ED201-2379-4516-86E7-4FDC348E7682}"/>
              </a:ext>
            </a:extLst>
          </p:cNvPr>
          <p:cNvCxnSpPr>
            <a:cxnSpLocks/>
          </p:cNvCxnSpPr>
          <p:nvPr/>
        </p:nvCxnSpPr>
        <p:spPr>
          <a:xfrm>
            <a:off x="7142272" y="1632137"/>
            <a:ext cx="0" cy="383843"/>
          </a:xfrm>
          <a:prstGeom prst="line">
            <a:avLst/>
          </a:prstGeom>
        </p:spPr>
        <p:style>
          <a:lnRef idx="1">
            <a:schemeClr val="accent1"/>
          </a:lnRef>
          <a:fillRef idx="0">
            <a:schemeClr val="accent1"/>
          </a:fillRef>
          <a:effectRef idx="0">
            <a:schemeClr val="accent1"/>
          </a:effectRef>
          <a:fontRef idx="minor">
            <a:schemeClr val="tx1"/>
          </a:fontRef>
        </p:style>
      </p:cxnSp>
      <p:cxnSp>
        <p:nvCxnSpPr>
          <p:cNvPr id="735" name="Straight Connector 734">
            <a:extLst>
              <a:ext uri="{FF2B5EF4-FFF2-40B4-BE49-F238E27FC236}">
                <a16:creationId xmlns="" xmlns:a16="http://schemas.microsoft.com/office/drawing/2014/main" id="{0C327CA0-55A0-49DA-98FF-CE41B228B1C2}"/>
              </a:ext>
            </a:extLst>
          </p:cNvPr>
          <p:cNvCxnSpPr/>
          <p:nvPr/>
        </p:nvCxnSpPr>
        <p:spPr>
          <a:xfrm>
            <a:off x="7142272" y="1803660"/>
            <a:ext cx="69062" cy="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36" name="Straight Connector 735">
            <a:extLst>
              <a:ext uri="{FF2B5EF4-FFF2-40B4-BE49-F238E27FC236}">
                <a16:creationId xmlns="" xmlns:a16="http://schemas.microsoft.com/office/drawing/2014/main" id="{FF21416F-341D-4FEC-9DBF-5188D5EE9706}"/>
              </a:ext>
            </a:extLst>
          </p:cNvPr>
          <p:cNvCxnSpPr>
            <a:cxnSpLocks/>
            <a:endCxn id="733" idx="1"/>
          </p:cNvCxnSpPr>
          <p:nvPr/>
        </p:nvCxnSpPr>
        <p:spPr>
          <a:xfrm>
            <a:off x="7142272" y="2015940"/>
            <a:ext cx="69062" cy="4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37" name="Rectangle 736">
            <a:extLst>
              <a:ext uri="{FF2B5EF4-FFF2-40B4-BE49-F238E27FC236}">
                <a16:creationId xmlns="" xmlns:a16="http://schemas.microsoft.com/office/drawing/2014/main" id="{2420F6C4-03C0-45D8-B014-88AFEF3D1871}"/>
              </a:ext>
            </a:extLst>
          </p:cNvPr>
          <p:cNvSpPr/>
          <p:nvPr/>
        </p:nvSpPr>
        <p:spPr>
          <a:xfrm>
            <a:off x="7505412" y="990154"/>
            <a:ext cx="242888" cy="130500"/>
          </a:xfrm>
          <a:prstGeom prst="rect">
            <a:avLst/>
          </a:prstGeom>
          <a:solidFill>
            <a:schemeClr val="accent6">
              <a:lumMod val="5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0000FF"/>
              </a:highlight>
            </a:endParaRPr>
          </a:p>
        </p:txBody>
      </p:sp>
      <p:sp>
        <p:nvSpPr>
          <p:cNvPr id="738" name="Rectangle 737">
            <a:extLst>
              <a:ext uri="{FF2B5EF4-FFF2-40B4-BE49-F238E27FC236}">
                <a16:creationId xmlns="" xmlns:a16="http://schemas.microsoft.com/office/drawing/2014/main" id="{AEF53356-42C6-4E3F-BFFD-F9FAD50134F0}"/>
              </a:ext>
            </a:extLst>
          </p:cNvPr>
          <p:cNvSpPr/>
          <p:nvPr/>
        </p:nvSpPr>
        <p:spPr>
          <a:xfrm>
            <a:off x="7753055" y="1265266"/>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0" name="Rectangle 739">
            <a:extLst>
              <a:ext uri="{FF2B5EF4-FFF2-40B4-BE49-F238E27FC236}">
                <a16:creationId xmlns="" xmlns:a16="http://schemas.microsoft.com/office/drawing/2014/main" id="{4AE76802-E745-4054-ACEC-A7E61CCC15AC}"/>
              </a:ext>
            </a:extLst>
          </p:cNvPr>
          <p:cNvSpPr/>
          <p:nvPr/>
        </p:nvSpPr>
        <p:spPr>
          <a:xfrm>
            <a:off x="7753054" y="1297102"/>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Rectangle 740">
            <a:extLst>
              <a:ext uri="{FF2B5EF4-FFF2-40B4-BE49-F238E27FC236}">
                <a16:creationId xmlns="" xmlns:a16="http://schemas.microsoft.com/office/drawing/2014/main" id="{875B10A9-50B6-4B57-8A70-E8FC6E64D0AB}"/>
              </a:ext>
            </a:extLst>
          </p:cNvPr>
          <p:cNvSpPr/>
          <p:nvPr/>
        </p:nvSpPr>
        <p:spPr>
          <a:xfrm>
            <a:off x="7753054" y="1264294"/>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Rectangle 741">
            <a:extLst>
              <a:ext uri="{FF2B5EF4-FFF2-40B4-BE49-F238E27FC236}">
                <a16:creationId xmlns="" xmlns:a16="http://schemas.microsoft.com/office/drawing/2014/main" id="{4157E394-BB15-4556-8854-1CC2EB7AAF87}"/>
              </a:ext>
            </a:extLst>
          </p:cNvPr>
          <p:cNvSpPr/>
          <p:nvPr/>
        </p:nvSpPr>
        <p:spPr>
          <a:xfrm>
            <a:off x="7262523" y="1260362"/>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3" name="Rectangle 742">
            <a:extLst>
              <a:ext uri="{FF2B5EF4-FFF2-40B4-BE49-F238E27FC236}">
                <a16:creationId xmlns="" xmlns:a16="http://schemas.microsoft.com/office/drawing/2014/main" id="{DB2B316A-A397-4B11-9017-79FB6F4A9CC9}"/>
              </a:ext>
            </a:extLst>
          </p:cNvPr>
          <p:cNvSpPr/>
          <p:nvPr/>
        </p:nvSpPr>
        <p:spPr>
          <a:xfrm>
            <a:off x="7262522" y="1329361"/>
            <a:ext cx="242888" cy="58617"/>
          </a:xfrm>
          <a:prstGeom prst="rect">
            <a:avLst/>
          </a:prstGeom>
          <a:solidFill>
            <a:schemeClr val="accent6">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Rectangle 743">
            <a:extLst>
              <a:ext uri="{FF2B5EF4-FFF2-40B4-BE49-F238E27FC236}">
                <a16:creationId xmlns="" xmlns:a16="http://schemas.microsoft.com/office/drawing/2014/main" id="{B7D24F44-C479-4889-8962-2D9B111D5779}"/>
              </a:ext>
            </a:extLst>
          </p:cNvPr>
          <p:cNvSpPr/>
          <p:nvPr/>
        </p:nvSpPr>
        <p:spPr>
          <a:xfrm>
            <a:off x="7262522" y="1325005"/>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45" name="Rectangle 744">
            <a:extLst>
              <a:ext uri="{FF2B5EF4-FFF2-40B4-BE49-F238E27FC236}">
                <a16:creationId xmlns="" xmlns:a16="http://schemas.microsoft.com/office/drawing/2014/main" id="{BF573632-1684-45B3-9261-C7ED3E984E0E}"/>
              </a:ext>
            </a:extLst>
          </p:cNvPr>
          <p:cNvSpPr/>
          <p:nvPr/>
        </p:nvSpPr>
        <p:spPr>
          <a:xfrm>
            <a:off x="7262522" y="1292198"/>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6" name="Rectangle 745">
            <a:extLst>
              <a:ext uri="{FF2B5EF4-FFF2-40B4-BE49-F238E27FC236}">
                <a16:creationId xmlns="" xmlns:a16="http://schemas.microsoft.com/office/drawing/2014/main" id="{E6CA1441-444A-419A-8CDE-2AEB9BD1EF12}"/>
              </a:ext>
            </a:extLst>
          </p:cNvPr>
          <p:cNvSpPr/>
          <p:nvPr/>
        </p:nvSpPr>
        <p:spPr>
          <a:xfrm>
            <a:off x="7262522" y="1259390"/>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7" name="Rectangle 746">
            <a:extLst>
              <a:ext uri="{FF2B5EF4-FFF2-40B4-BE49-F238E27FC236}">
                <a16:creationId xmlns="" xmlns:a16="http://schemas.microsoft.com/office/drawing/2014/main" id="{BC16943D-E134-4B68-B4EA-2DBD596D44EB}"/>
              </a:ext>
            </a:extLst>
          </p:cNvPr>
          <p:cNvSpPr/>
          <p:nvPr/>
        </p:nvSpPr>
        <p:spPr>
          <a:xfrm>
            <a:off x="7019634" y="1505677"/>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8" name="Rectangle 747">
            <a:extLst>
              <a:ext uri="{FF2B5EF4-FFF2-40B4-BE49-F238E27FC236}">
                <a16:creationId xmlns="" xmlns:a16="http://schemas.microsoft.com/office/drawing/2014/main" id="{DA3B75B8-79C8-447E-AE39-0CE349AEFE58}"/>
              </a:ext>
            </a:extLst>
          </p:cNvPr>
          <p:cNvSpPr/>
          <p:nvPr/>
        </p:nvSpPr>
        <p:spPr>
          <a:xfrm>
            <a:off x="7019633" y="1537513"/>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Rectangle 748">
            <a:extLst>
              <a:ext uri="{FF2B5EF4-FFF2-40B4-BE49-F238E27FC236}">
                <a16:creationId xmlns="" xmlns:a16="http://schemas.microsoft.com/office/drawing/2014/main" id="{86A9C129-7904-46CE-AEB3-EFB692F1A729}"/>
              </a:ext>
            </a:extLst>
          </p:cNvPr>
          <p:cNvSpPr/>
          <p:nvPr/>
        </p:nvSpPr>
        <p:spPr>
          <a:xfrm>
            <a:off x="7019633" y="1504705"/>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Rectangle 749">
            <a:extLst>
              <a:ext uri="{FF2B5EF4-FFF2-40B4-BE49-F238E27FC236}">
                <a16:creationId xmlns="" xmlns:a16="http://schemas.microsoft.com/office/drawing/2014/main" id="{22A19207-9BBE-4332-9D6B-523F989807D5}"/>
              </a:ext>
            </a:extLst>
          </p:cNvPr>
          <p:cNvSpPr/>
          <p:nvPr/>
        </p:nvSpPr>
        <p:spPr>
          <a:xfrm>
            <a:off x="7505412" y="1505770"/>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2" name="Rectangle 751">
            <a:extLst>
              <a:ext uri="{FF2B5EF4-FFF2-40B4-BE49-F238E27FC236}">
                <a16:creationId xmlns="" xmlns:a16="http://schemas.microsoft.com/office/drawing/2014/main" id="{305C5EB9-0092-4716-98E7-F401B8755B90}"/>
              </a:ext>
            </a:extLst>
          </p:cNvPr>
          <p:cNvSpPr/>
          <p:nvPr/>
        </p:nvSpPr>
        <p:spPr>
          <a:xfrm>
            <a:off x="7505411" y="1570413"/>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3" name="Rectangle 752">
            <a:extLst>
              <a:ext uri="{FF2B5EF4-FFF2-40B4-BE49-F238E27FC236}">
                <a16:creationId xmlns="" xmlns:a16="http://schemas.microsoft.com/office/drawing/2014/main" id="{A151FB6A-D95E-4641-A1F3-10F5D89952D1}"/>
              </a:ext>
            </a:extLst>
          </p:cNvPr>
          <p:cNvSpPr/>
          <p:nvPr/>
        </p:nvSpPr>
        <p:spPr>
          <a:xfrm>
            <a:off x="7505411" y="1537606"/>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4" name="Rectangle 753">
            <a:extLst>
              <a:ext uri="{FF2B5EF4-FFF2-40B4-BE49-F238E27FC236}">
                <a16:creationId xmlns="" xmlns:a16="http://schemas.microsoft.com/office/drawing/2014/main" id="{C64D03AF-C1EF-4831-AADC-E1658D2A5D52}"/>
              </a:ext>
            </a:extLst>
          </p:cNvPr>
          <p:cNvSpPr/>
          <p:nvPr/>
        </p:nvSpPr>
        <p:spPr>
          <a:xfrm>
            <a:off x="7505411" y="1504798"/>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5" name="Rectangle 754">
            <a:extLst>
              <a:ext uri="{FF2B5EF4-FFF2-40B4-BE49-F238E27FC236}">
                <a16:creationId xmlns="" xmlns:a16="http://schemas.microsoft.com/office/drawing/2014/main" id="{BC980496-AC6A-4E6A-B58C-E25655D61446}"/>
              </a:ext>
            </a:extLst>
          </p:cNvPr>
          <p:cNvSpPr/>
          <p:nvPr/>
        </p:nvSpPr>
        <p:spPr>
          <a:xfrm>
            <a:off x="8003095" y="1505863"/>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 name="Rectangle 756">
            <a:extLst>
              <a:ext uri="{FF2B5EF4-FFF2-40B4-BE49-F238E27FC236}">
                <a16:creationId xmlns="" xmlns:a16="http://schemas.microsoft.com/office/drawing/2014/main" id="{FBC9EAED-874C-44DD-A25D-A14ECC7A94B9}"/>
              </a:ext>
            </a:extLst>
          </p:cNvPr>
          <p:cNvSpPr/>
          <p:nvPr/>
        </p:nvSpPr>
        <p:spPr>
          <a:xfrm>
            <a:off x="8003094" y="1537699"/>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8" name="Rectangle 757">
            <a:extLst>
              <a:ext uri="{FF2B5EF4-FFF2-40B4-BE49-F238E27FC236}">
                <a16:creationId xmlns="" xmlns:a16="http://schemas.microsoft.com/office/drawing/2014/main" id="{E8BDDA21-5931-48C2-B445-EC2A55679E05}"/>
              </a:ext>
            </a:extLst>
          </p:cNvPr>
          <p:cNvSpPr/>
          <p:nvPr/>
        </p:nvSpPr>
        <p:spPr>
          <a:xfrm>
            <a:off x="8003094" y="1504891"/>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9" name="Rectangle 758">
            <a:extLst>
              <a:ext uri="{FF2B5EF4-FFF2-40B4-BE49-F238E27FC236}">
                <a16:creationId xmlns="" xmlns:a16="http://schemas.microsoft.com/office/drawing/2014/main" id="{8A7E82B9-C2C5-4CA4-A914-1DB77DB7170C}"/>
              </a:ext>
            </a:extLst>
          </p:cNvPr>
          <p:cNvSpPr/>
          <p:nvPr/>
        </p:nvSpPr>
        <p:spPr>
          <a:xfrm>
            <a:off x="7694723" y="1745411"/>
            <a:ext cx="242888" cy="128587"/>
          </a:xfrm>
          <a:prstGeom prst="rect">
            <a:avLst/>
          </a:prstGeom>
          <a:solidFill>
            <a:srgbClr val="CC00CC"/>
          </a:solid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60" name="Rectangle 759">
            <a:extLst>
              <a:ext uri="{FF2B5EF4-FFF2-40B4-BE49-F238E27FC236}">
                <a16:creationId xmlns="" xmlns:a16="http://schemas.microsoft.com/office/drawing/2014/main" id="{4157E394-BB15-4556-8854-1CC2EB7AAF87}"/>
              </a:ext>
            </a:extLst>
          </p:cNvPr>
          <p:cNvSpPr/>
          <p:nvPr/>
        </p:nvSpPr>
        <p:spPr>
          <a:xfrm>
            <a:off x="7214898" y="1729125"/>
            <a:ext cx="242888" cy="128587"/>
          </a:xfrm>
          <a:prstGeom prst="rect">
            <a:avLst/>
          </a:prstGeom>
          <a:solidFill>
            <a:schemeClr val="accent4">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highlight>
                <a:srgbClr val="0000FF"/>
              </a:highlight>
            </a:endParaRPr>
          </a:p>
        </p:txBody>
      </p:sp>
      <p:sp>
        <p:nvSpPr>
          <p:cNvPr id="761" name="Rectangle 760">
            <a:extLst>
              <a:ext uri="{FF2B5EF4-FFF2-40B4-BE49-F238E27FC236}">
                <a16:creationId xmlns="" xmlns:a16="http://schemas.microsoft.com/office/drawing/2014/main" id="{DB2B316A-A397-4B11-9017-79FB6F4A9CC9}"/>
              </a:ext>
            </a:extLst>
          </p:cNvPr>
          <p:cNvSpPr/>
          <p:nvPr/>
        </p:nvSpPr>
        <p:spPr>
          <a:xfrm>
            <a:off x="7214898" y="1790981"/>
            <a:ext cx="242888" cy="66456"/>
          </a:xfrm>
          <a:prstGeom prst="rect">
            <a:avLst/>
          </a:prstGeom>
          <a:solidFill>
            <a:schemeClr val="accent4">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highlight>
                <a:srgbClr val="0000FF"/>
              </a:highlight>
            </a:endParaRPr>
          </a:p>
        </p:txBody>
      </p:sp>
      <p:sp>
        <p:nvSpPr>
          <p:cNvPr id="762" name="Rectangle 761">
            <a:extLst>
              <a:ext uri="{FF2B5EF4-FFF2-40B4-BE49-F238E27FC236}">
                <a16:creationId xmlns="" xmlns:a16="http://schemas.microsoft.com/office/drawing/2014/main" id="{BF573632-1684-45B3-9261-C7ED3E984E0E}"/>
              </a:ext>
            </a:extLst>
          </p:cNvPr>
          <p:cNvSpPr/>
          <p:nvPr/>
        </p:nvSpPr>
        <p:spPr>
          <a:xfrm>
            <a:off x="7214898" y="1761656"/>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3" name="Rectangle 762">
            <a:extLst>
              <a:ext uri="{FF2B5EF4-FFF2-40B4-BE49-F238E27FC236}">
                <a16:creationId xmlns="" xmlns:a16="http://schemas.microsoft.com/office/drawing/2014/main" id="{E6CA1441-444A-419A-8CDE-2AEB9BD1EF12}"/>
              </a:ext>
            </a:extLst>
          </p:cNvPr>
          <p:cNvSpPr/>
          <p:nvPr/>
        </p:nvSpPr>
        <p:spPr>
          <a:xfrm>
            <a:off x="7214898" y="1728848"/>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4" name="Rectangle 763">
            <a:extLst>
              <a:ext uri="{FF2B5EF4-FFF2-40B4-BE49-F238E27FC236}">
                <a16:creationId xmlns="" xmlns:a16="http://schemas.microsoft.com/office/drawing/2014/main" id="{0D2CC082-558D-43CD-947A-54B40EEB3004}"/>
              </a:ext>
            </a:extLst>
          </p:cNvPr>
          <p:cNvSpPr/>
          <p:nvPr/>
        </p:nvSpPr>
        <p:spPr>
          <a:xfrm>
            <a:off x="7214898" y="1729388"/>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5" name="Rectangle 764">
            <a:extLst>
              <a:ext uri="{FF2B5EF4-FFF2-40B4-BE49-F238E27FC236}">
                <a16:creationId xmlns="" xmlns:a16="http://schemas.microsoft.com/office/drawing/2014/main" id="{0D2CC082-558D-43CD-947A-54B40EEB3004}"/>
              </a:ext>
            </a:extLst>
          </p:cNvPr>
          <p:cNvSpPr/>
          <p:nvPr/>
        </p:nvSpPr>
        <p:spPr>
          <a:xfrm>
            <a:off x="7262524" y="1259930"/>
            <a:ext cx="242888" cy="128587"/>
          </a:xfrm>
          <a:prstGeom prst="rect">
            <a:avLst/>
          </a:prstGeom>
          <a:solidFill>
            <a:schemeClr val="accent6">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6" name="Rectangle 765">
            <a:extLst>
              <a:ext uri="{FF2B5EF4-FFF2-40B4-BE49-F238E27FC236}">
                <a16:creationId xmlns="" xmlns:a16="http://schemas.microsoft.com/office/drawing/2014/main" id="{7242B7BA-2210-459A-946A-F7A2AB97D8CD}"/>
              </a:ext>
            </a:extLst>
          </p:cNvPr>
          <p:cNvSpPr/>
          <p:nvPr/>
        </p:nvSpPr>
        <p:spPr>
          <a:xfrm>
            <a:off x="8196859" y="1738087"/>
            <a:ext cx="230985" cy="142827"/>
          </a:xfrm>
          <a:prstGeom prst="rect">
            <a:avLst/>
          </a:prstGeom>
          <a:solidFill>
            <a:srgbClr val="FC6B27"/>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7" name="Rectangle 766">
            <a:extLst>
              <a:ext uri="{FF2B5EF4-FFF2-40B4-BE49-F238E27FC236}">
                <a16:creationId xmlns="" xmlns:a16="http://schemas.microsoft.com/office/drawing/2014/main" id="{2D50E8E1-3B33-45D7-89B8-488CC5AFB86F}"/>
              </a:ext>
            </a:extLst>
          </p:cNvPr>
          <p:cNvSpPr/>
          <p:nvPr/>
        </p:nvSpPr>
        <p:spPr>
          <a:xfrm>
            <a:off x="8196859" y="1751597"/>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9" name="Rectangle 768">
            <a:extLst>
              <a:ext uri="{FF2B5EF4-FFF2-40B4-BE49-F238E27FC236}">
                <a16:creationId xmlns="" xmlns:a16="http://schemas.microsoft.com/office/drawing/2014/main" id="{E51F7E69-99BB-45AE-A1F3-BB32F1BDF418}"/>
              </a:ext>
            </a:extLst>
          </p:cNvPr>
          <p:cNvSpPr/>
          <p:nvPr/>
        </p:nvSpPr>
        <p:spPr>
          <a:xfrm>
            <a:off x="8196859" y="1762280"/>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 name="Rectangle 769">
            <a:extLst>
              <a:ext uri="{FF2B5EF4-FFF2-40B4-BE49-F238E27FC236}">
                <a16:creationId xmlns="" xmlns:a16="http://schemas.microsoft.com/office/drawing/2014/main" id="{D193722C-AA1E-4DCD-B882-560AAD428B9A}"/>
              </a:ext>
            </a:extLst>
          </p:cNvPr>
          <p:cNvSpPr/>
          <p:nvPr/>
        </p:nvSpPr>
        <p:spPr>
          <a:xfrm>
            <a:off x="8196859" y="1751670"/>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1" name="Rectangle 770">
            <a:extLst>
              <a:ext uri="{FF2B5EF4-FFF2-40B4-BE49-F238E27FC236}">
                <a16:creationId xmlns="" xmlns:a16="http://schemas.microsoft.com/office/drawing/2014/main" id="{476F0DB1-AAB3-4006-9F4A-1D403AC1EE3C}"/>
              </a:ext>
            </a:extLst>
          </p:cNvPr>
          <p:cNvSpPr/>
          <p:nvPr/>
        </p:nvSpPr>
        <p:spPr>
          <a:xfrm>
            <a:off x="8196859" y="1735841"/>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3" name="Rectangle 772">
            <a:extLst>
              <a:ext uri="{FF2B5EF4-FFF2-40B4-BE49-F238E27FC236}">
                <a16:creationId xmlns="" xmlns:a16="http://schemas.microsoft.com/office/drawing/2014/main" id="{7242B7BA-2210-459A-946A-F7A2AB97D8CD}"/>
              </a:ext>
            </a:extLst>
          </p:cNvPr>
          <p:cNvSpPr/>
          <p:nvPr/>
        </p:nvSpPr>
        <p:spPr>
          <a:xfrm>
            <a:off x="8194873" y="1941143"/>
            <a:ext cx="230985" cy="142827"/>
          </a:xfrm>
          <a:prstGeom prst="rect">
            <a:avLst/>
          </a:prstGeom>
          <a:solidFill>
            <a:srgbClr val="FC6B27"/>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4" name="Rectangle 773">
            <a:extLst>
              <a:ext uri="{FF2B5EF4-FFF2-40B4-BE49-F238E27FC236}">
                <a16:creationId xmlns="" xmlns:a16="http://schemas.microsoft.com/office/drawing/2014/main" id="{2D50E8E1-3B33-45D7-89B8-488CC5AFB86F}"/>
              </a:ext>
            </a:extLst>
          </p:cNvPr>
          <p:cNvSpPr/>
          <p:nvPr/>
        </p:nvSpPr>
        <p:spPr>
          <a:xfrm>
            <a:off x="8194873" y="1954653"/>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5" name="Rectangle 774">
            <a:extLst>
              <a:ext uri="{FF2B5EF4-FFF2-40B4-BE49-F238E27FC236}">
                <a16:creationId xmlns="" xmlns:a16="http://schemas.microsoft.com/office/drawing/2014/main" id="{476F0DB1-AAB3-4006-9F4A-1D403AC1EE3C}"/>
              </a:ext>
            </a:extLst>
          </p:cNvPr>
          <p:cNvSpPr/>
          <p:nvPr/>
        </p:nvSpPr>
        <p:spPr>
          <a:xfrm>
            <a:off x="8194873" y="1976633"/>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6" name="Rectangle 775">
            <a:extLst>
              <a:ext uri="{FF2B5EF4-FFF2-40B4-BE49-F238E27FC236}">
                <a16:creationId xmlns="" xmlns:a16="http://schemas.microsoft.com/office/drawing/2014/main" id="{E51F7E69-99BB-45AE-A1F3-BB32F1BDF418}"/>
              </a:ext>
            </a:extLst>
          </p:cNvPr>
          <p:cNvSpPr/>
          <p:nvPr/>
        </p:nvSpPr>
        <p:spPr>
          <a:xfrm>
            <a:off x="8194873" y="1965336"/>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7" name="Rectangle 776">
            <a:extLst>
              <a:ext uri="{FF2B5EF4-FFF2-40B4-BE49-F238E27FC236}">
                <a16:creationId xmlns="" xmlns:a16="http://schemas.microsoft.com/office/drawing/2014/main" id="{D193722C-AA1E-4DCD-B882-560AAD428B9A}"/>
              </a:ext>
            </a:extLst>
          </p:cNvPr>
          <p:cNvSpPr/>
          <p:nvPr/>
        </p:nvSpPr>
        <p:spPr>
          <a:xfrm>
            <a:off x="8194873" y="1954726"/>
            <a:ext cx="242888" cy="12858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8" name="Rectangle 777">
            <a:extLst>
              <a:ext uri="{FF2B5EF4-FFF2-40B4-BE49-F238E27FC236}">
                <a16:creationId xmlns="" xmlns:a16="http://schemas.microsoft.com/office/drawing/2014/main" id="{476F0DB1-AAB3-4006-9F4A-1D403AC1EE3C}"/>
              </a:ext>
            </a:extLst>
          </p:cNvPr>
          <p:cNvSpPr/>
          <p:nvPr/>
        </p:nvSpPr>
        <p:spPr>
          <a:xfrm>
            <a:off x="8194873" y="1938897"/>
            <a:ext cx="242888" cy="301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9" name="Straight Connector 778">
            <a:extLst>
              <a:ext uri="{FF2B5EF4-FFF2-40B4-BE49-F238E27FC236}">
                <a16:creationId xmlns="" xmlns:a16="http://schemas.microsoft.com/office/drawing/2014/main" id="{1A88F77B-CCED-4CEC-8084-6017CD5D6D20}"/>
              </a:ext>
            </a:extLst>
          </p:cNvPr>
          <p:cNvCxnSpPr/>
          <p:nvPr/>
        </p:nvCxnSpPr>
        <p:spPr>
          <a:xfrm>
            <a:off x="8126181" y="2010108"/>
            <a:ext cx="6906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782" name="Straight Connector 781">
            <a:extLst>
              <a:ext uri="{FF2B5EF4-FFF2-40B4-BE49-F238E27FC236}">
                <a16:creationId xmlns="" xmlns:a16="http://schemas.microsoft.com/office/drawing/2014/main" id="{CAEB1DAD-85DA-4984-8EC2-8A0E2D8F150A}"/>
              </a:ext>
            </a:extLst>
          </p:cNvPr>
          <p:cNvCxnSpPr>
            <a:cxnSpLocks/>
          </p:cNvCxnSpPr>
          <p:nvPr/>
        </p:nvCxnSpPr>
        <p:spPr>
          <a:xfrm>
            <a:off x="7822114" y="2083867"/>
            <a:ext cx="0" cy="1189818"/>
          </a:xfrm>
          <a:prstGeom prst="line">
            <a:avLst/>
          </a:prstGeom>
        </p:spPr>
        <p:style>
          <a:lnRef idx="1">
            <a:schemeClr val="accent1"/>
          </a:lnRef>
          <a:fillRef idx="0">
            <a:schemeClr val="accent1"/>
          </a:fillRef>
          <a:effectRef idx="0">
            <a:schemeClr val="accent1"/>
          </a:effectRef>
          <a:fontRef idx="minor">
            <a:schemeClr val="tx1"/>
          </a:fontRef>
        </p:style>
      </p:cxnSp>
      <p:cxnSp>
        <p:nvCxnSpPr>
          <p:cNvPr id="783" name="Straight Connector 782">
            <a:extLst>
              <a:ext uri="{FF2B5EF4-FFF2-40B4-BE49-F238E27FC236}">
                <a16:creationId xmlns="" xmlns:a16="http://schemas.microsoft.com/office/drawing/2014/main" id="{97579AB6-0067-4034-AE67-FF9D9A4D46B3}"/>
              </a:ext>
            </a:extLst>
          </p:cNvPr>
          <p:cNvCxnSpPr/>
          <p:nvPr/>
        </p:nvCxnSpPr>
        <p:spPr>
          <a:xfrm>
            <a:off x="7822114" y="2255390"/>
            <a:ext cx="6906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784" name="Straight Connector 783">
            <a:extLst>
              <a:ext uri="{FF2B5EF4-FFF2-40B4-BE49-F238E27FC236}">
                <a16:creationId xmlns="" xmlns:a16="http://schemas.microsoft.com/office/drawing/2014/main" id="{38EFAB8A-7613-4D9E-B66D-826CEF68EC6C}"/>
              </a:ext>
            </a:extLst>
          </p:cNvPr>
          <p:cNvCxnSpPr>
            <a:cxnSpLocks/>
          </p:cNvCxnSpPr>
          <p:nvPr/>
        </p:nvCxnSpPr>
        <p:spPr>
          <a:xfrm>
            <a:off x="7824495" y="2458391"/>
            <a:ext cx="666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5" name="Straight Connector 784">
            <a:extLst>
              <a:ext uri="{FF2B5EF4-FFF2-40B4-BE49-F238E27FC236}">
                <a16:creationId xmlns="" xmlns:a16="http://schemas.microsoft.com/office/drawing/2014/main" id="{1F695D3B-DAD9-4413-8646-72337CAF9B18}"/>
              </a:ext>
            </a:extLst>
          </p:cNvPr>
          <p:cNvCxnSpPr>
            <a:cxnSpLocks/>
          </p:cNvCxnSpPr>
          <p:nvPr/>
        </p:nvCxnSpPr>
        <p:spPr>
          <a:xfrm>
            <a:off x="7824495" y="2661391"/>
            <a:ext cx="666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6" name="Straight Connector 785">
            <a:extLst>
              <a:ext uri="{FF2B5EF4-FFF2-40B4-BE49-F238E27FC236}">
                <a16:creationId xmlns="" xmlns:a16="http://schemas.microsoft.com/office/drawing/2014/main" id="{5A46005A-0A16-4D64-96AC-D3CA20736E50}"/>
              </a:ext>
            </a:extLst>
          </p:cNvPr>
          <p:cNvCxnSpPr>
            <a:cxnSpLocks/>
          </p:cNvCxnSpPr>
          <p:nvPr/>
        </p:nvCxnSpPr>
        <p:spPr>
          <a:xfrm>
            <a:off x="7824495" y="2864391"/>
            <a:ext cx="666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7" name="Straight Connector 786">
            <a:extLst>
              <a:ext uri="{FF2B5EF4-FFF2-40B4-BE49-F238E27FC236}">
                <a16:creationId xmlns="" xmlns:a16="http://schemas.microsoft.com/office/drawing/2014/main" id="{E5134CC7-D0C8-472C-93DF-A2F323BF61BB}"/>
              </a:ext>
            </a:extLst>
          </p:cNvPr>
          <p:cNvCxnSpPr>
            <a:cxnSpLocks/>
          </p:cNvCxnSpPr>
          <p:nvPr/>
        </p:nvCxnSpPr>
        <p:spPr>
          <a:xfrm>
            <a:off x="7826876" y="3067389"/>
            <a:ext cx="64300" cy="2"/>
          </a:xfrm>
          <a:prstGeom prst="line">
            <a:avLst/>
          </a:prstGeom>
        </p:spPr>
        <p:style>
          <a:lnRef idx="1">
            <a:schemeClr val="accent1"/>
          </a:lnRef>
          <a:fillRef idx="0">
            <a:schemeClr val="accent1"/>
          </a:fillRef>
          <a:effectRef idx="0">
            <a:schemeClr val="accent1"/>
          </a:effectRef>
          <a:fontRef idx="minor">
            <a:schemeClr val="tx1"/>
          </a:fontRef>
        </p:style>
      </p:cxnSp>
      <p:cxnSp>
        <p:nvCxnSpPr>
          <p:cNvPr id="788" name="Straight Connector 787">
            <a:extLst>
              <a:ext uri="{FF2B5EF4-FFF2-40B4-BE49-F238E27FC236}">
                <a16:creationId xmlns="" xmlns:a16="http://schemas.microsoft.com/office/drawing/2014/main" id="{E5134CC7-D0C8-472C-93DF-A2F323BF61BB}"/>
              </a:ext>
            </a:extLst>
          </p:cNvPr>
          <p:cNvCxnSpPr>
            <a:cxnSpLocks/>
          </p:cNvCxnSpPr>
          <p:nvPr/>
        </p:nvCxnSpPr>
        <p:spPr>
          <a:xfrm flipH="1">
            <a:off x="7823701" y="3268131"/>
            <a:ext cx="64300" cy="2257"/>
          </a:xfrm>
          <a:prstGeom prst="line">
            <a:avLst/>
          </a:prstGeom>
        </p:spPr>
        <p:style>
          <a:lnRef idx="1">
            <a:schemeClr val="accent1"/>
          </a:lnRef>
          <a:fillRef idx="0">
            <a:schemeClr val="accent1"/>
          </a:fillRef>
          <a:effectRef idx="0">
            <a:schemeClr val="accent1"/>
          </a:effectRef>
          <a:fontRef idx="minor">
            <a:schemeClr val="tx1"/>
          </a:fontRef>
        </p:style>
      </p:cxnSp>
      <p:sp>
        <p:nvSpPr>
          <p:cNvPr id="791" name="Rectangle 790">
            <a:extLst>
              <a:ext uri="{FF2B5EF4-FFF2-40B4-BE49-F238E27FC236}">
                <a16:creationId xmlns="" xmlns:a16="http://schemas.microsoft.com/office/drawing/2014/main" id="{B6E4EC7D-E441-41E0-87BC-D281819DC2C1}"/>
              </a:ext>
            </a:extLst>
          </p:cNvPr>
          <p:cNvSpPr/>
          <p:nvPr/>
        </p:nvSpPr>
        <p:spPr>
          <a:xfrm>
            <a:off x="7888798" y="3211469"/>
            <a:ext cx="242888" cy="128587"/>
          </a:xfrm>
          <a:prstGeom prst="rect">
            <a:avLst/>
          </a:prstGeom>
          <a:solidFill>
            <a:schemeClr val="accent1">
              <a:lumMod val="40000"/>
              <a:lumOff val="60000"/>
            </a:schemeClr>
          </a:solid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92" name="Rectangle 791">
            <a:extLst>
              <a:ext uri="{FF2B5EF4-FFF2-40B4-BE49-F238E27FC236}">
                <a16:creationId xmlns="" xmlns:a16="http://schemas.microsoft.com/office/drawing/2014/main" id="{B6E4EC7D-E441-41E0-87BC-D281819DC2C1}"/>
              </a:ext>
            </a:extLst>
          </p:cNvPr>
          <p:cNvSpPr/>
          <p:nvPr/>
        </p:nvSpPr>
        <p:spPr>
          <a:xfrm>
            <a:off x="7904151" y="2181666"/>
            <a:ext cx="242888" cy="128587"/>
          </a:xfrm>
          <a:prstGeom prst="rect">
            <a:avLst/>
          </a:prstGeom>
          <a:solidFill>
            <a:schemeClr val="accent1">
              <a:lumMod val="40000"/>
              <a:lumOff val="60000"/>
            </a:schemeClr>
          </a:solid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93" name="Rectangle 792">
            <a:extLst>
              <a:ext uri="{FF2B5EF4-FFF2-40B4-BE49-F238E27FC236}">
                <a16:creationId xmlns="" xmlns:a16="http://schemas.microsoft.com/office/drawing/2014/main" id="{B6E4EC7D-E441-41E0-87BC-D281819DC2C1}"/>
              </a:ext>
            </a:extLst>
          </p:cNvPr>
          <p:cNvSpPr/>
          <p:nvPr/>
        </p:nvSpPr>
        <p:spPr>
          <a:xfrm>
            <a:off x="7900443" y="2388908"/>
            <a:ext cx="242888" cy="128587"/>
          </a:xfrm>
          <a:prstGeom prst="rect">
            <a:avLst/>
          </a:prstGeom>
          <a:solidFill>
            <a:schemeClr val="accent1">
              <a:lumMod val="40000"/>
              <a:lumOff val="60000"/>
            </a:schemeClr>
          </a:solid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94" name="Rectangle 793">
            <a:extLst>
              <a:ext uri="{FF2B5EF4-FFF2-40B4-BE49-F238E27FC236}">
                <a16:creationId xmlns="" xmlns:a16="http://schemas.microsoft.com/office/drawing/2014/main" id="{B6E4EC7D-E441-41E0-87BC-D281819DC2C1}"/>
              </a:ext>
            </a:extLst>
          </p:cNvPr>
          <p:cNvSpPr/>
          <p:nvPr/>
        </p:nvSpPr>
        <p:spPr>
          <a:xfrm>
            <a:off x="7896735" y="2596150"/>
            <a:ext cx="242888" cy="128587"/>
          </a:xfrm>
          <a:prstGeom prst="rect">
            <a:avLst/>
          </a:prstGeom>
          <a:solidFill>
            <a:schemeClr val="accent1">
              <a:lumMod val="40000"/>
              <a:lumOff val="60000"/>
            </a:schemeClr>
          </a:solid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95" name="Rectangle 794">
            <a:extLst>
              <a:ext uri="{FF2B5EF4-FFF2-40B4-BE49-F238E27FC236}">
                <a16:creationId xmlns="" xmlns:a16="http://schemas.microsoft.com/office/drawing/2014/main" id="{B6E4EC7D-E441-41E0-87BC-D281819DC2C1}"/>
              </a:ext>
            </a:extLst>
          </p:cNvPr>
          <p:cNvSpPr/>
          <p:nvPr/>
        </p:nvSpPr>
        <p:spPr>
          <a:xfrm>
            <a:off x="7893027" y="2803392"/>
            <a:ext cx="242888" cy="128587"/>
          </a:xfrm>
          <a:prstGeom prst="rect">
            <a:avLst/>
          </a:prstGeom>
          <a:solidFill>
            <a:schemeClr val="accent1">
              <a:lumMod val="40000"/>
              <a:lumOff val="60000"/>
            </a:schemeClr>
          </a:solid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96" name="Rectangle 795">
            <a:extLst>
              <a:ext uri="{FF2B5EF4-FFF2-40B4-BE49-F238E27FC236}">
                <a16:creationId xmlns="" xmlns:a16="http://schemas.microsoft.com/office/drawing/2014/main" id="{B6E4EC7D-E441-41E0-87BC-D281819DC2C1}"/>
              </a:ext>
            </a:extLst>
          </p:cNvPr>
          <p:cNvSpPr/>
          <p:nvPr/>
        </p:nvSpPr>
        <p:spPr>
          <a:xfrm>
            <a:off x="7889319" y="3010634"/>
            <a:ext cx="242888" cy="128587"/>
          </a:xfrm>
          <a:prstGeom prst="rect">
            <a:avLst/>
          </a:prstGeom>
          <a:solidFill>
            <a:schemeClr val="accent1">
              <a:lumMod val="40000"/>
              <a:lumOff val="60000"/>
            </a:schemeClr>
          </a:solid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797" name="Straight Connector 796">
            <a:extLst>
              <a:ext uri="{FF2B5EF4-FFF2-40B4-BE49-F238E27FC236}">
                <a16:creationId xmlns="" xmlns:a16="http://schemas.microsoft.com/office/drawing/2014/main" id="{644E8DFE-7251-4D37-AF83-5802152FF90F}"/>
              </a:ext>
            </a:extLst>
          </p:cNvPr>
          <p:cNvCxnSpPr/>
          <p:nvPr/>
        </p:nvCxnSpPr>
        <p:spPr>
          <a:xfrm>
            <a:off x="3665379" y="2209062"/>
            <a:ext cx="69062" cy="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798" name="Rectangle 797">
            <a:extLst>
              <a:ext uri="{FF2B5EF4-FFF2-40B4-BE49-F238E27FC236}">
                <a16:creationId xmlns="" xmlns:a16="http://schemas.microsoft.com/office/drawing/2014/main" id="{8A7E82B9-C2C5-4CA4-A914-1DB77DB7170C}"/>
              </a:ext>
            </a:extLst>
          </p:cNvPr>
          <p:cNvSpPr/>
          <p:nvPr/>
        </p:nvSpPr>
        <p:spPr>
          <a:xfrm>
            <a:off x="3733245" y="2147770"/>
            <a:ext cx="242888" cy="128587"/>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799" name="Straight Connector 798">
            <a:extLst>
              <a:ext uri="{FF2B5EF4-FFF2-40B4-BE49-F238E27FC236}">
                <a16:creationId xmlns="" xmlns:a16="http://schemas.microsoft.com/office/drawing/2014/main" id="{F03ED201-2379-4516-86E7-4FDC348E7682}"/>
              </a:ext>
            </a:extLst>
          </p:cNvPr>
          <p:cNvCxnSpPr>
            <a:cxnSpLocks/>
          </p:cNvCxnSpPr>
          <p:nvPr/>
        </p:nvCxnSpPr>
        <p:spPr>
          <a:xfrm flipH="1">
            <a:off x="3658937" y="2026765"/>
            <a:ext cx="599" cy="19192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nvGrpSpPr>
          <p:cNvPr id="259" name="Group 258"/>
          <p:cNvGrpSpPr/>
          <p:nvPr/>
        </p:nvGrpSpPr>
        <p:grpSpPr>
          <a:xfrm>
            <a:off x="5395764" y="2007688"/>
            <a:ext cx="317196" cy="249592"/>
            <a:chOff x="3811337" y="2026765"/>
            <a:chExt cx="317196" cy="249592"/>
          </a:xfrm>
        </p:grpSpPr>
        <p:cxnSp>
          <p:nvCxnSpPr>
            <p:cNvPr id="801" name="Straight Connector 800">
              <a:extLst>
                <a:ext uri="{FF2B5EF4-FFF2-40B4-BE49-F238E27FC236}">
                  <a16:creationId xmlns="" xmlns:a16="http://schemas.microsoft.com/office/drawing/2014/main" id="{644E8DFE-7251-4D37-AF83-5802152FF90F}"/>
                </a:ext>
              </a:extLst>
            </p:cNvPr>
            <p:cNvCxnSpPr/>
            <p:nvPr/>
          </p:nvCxnSpPr>
          <p:spPr>
            <a:xfrm>
              <a:off x="3817779" y="2209062"/>
              <a:ext cx="69062" cy="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802" name="Rectangle 801">
              <a:extLst>
                <a:ext uri="{FF2B5EF4-FFF2-40B4-BE49-F238E27FC236}">
                  <a16:creationId xmlns="" xmlns:a16="http://schemas.microsoft.com/office/drawing/2014/main" id="{8A7E82B9-C2C5-4CA4-A914-1DB77DB7170C}"/>
                </a:ext>
              </a:extLst>
            </p:cNvPr>
            <p:cNvSpPr/>
            <p:nvPr/>
          </p:nvSpPr>
          <p:spPr>
            <a:xfrm>
              <a:off x="3885645" y="2147770"/>
              <a:ext cx="242888" cy="128587"/>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803" name="Straight Connector 802">
              <a:extLst>
                <a:ext uri="{FF2B5EF4-FFF2-40B4-BE49-F238E27FC236}">
                  <a16:creationId xmlns="" xmlns:a16="http://schemas.microsoft.com/office/drawing/2014/main" id="{F03ED201-2379-4516-86E7-4FDC348E7682}"/>
                </a:ext>
              </a:extLst>
            </p:cNvPr>
            <p:cNvCxnSpPr>
              <a:cxnSpLocks/>
            </p:cNvCxnSpPr>
            <p:nvPr/>
          </p:nvCxnSpPr>
          <p:spPr>
            <a:xfrm flipH="1">
              <a:off x="3811337" y="2026765"/>
              <a:ext cx="599" cy="19192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cxnSp>
        <p:nvCxnSpPr>
          <p:cNvPr id="806" name="Straight Connector 805">
            <a:extLst>
              <a:ext uri="{FF2B5EF4-FFF2-40B4-BE49-F238E27FC236}">
                <a16:creationId xmlns="" xmlns:a16="http://schemas.microsoft.com/office/drawing/2014/main" id="{644E8DFE-7251-4D37-AF83-5802152FF90F}"/>
              </a:ext>
            </a:extLst>
          </p:cNvPr>
          <p:cNvCxnSpPr/>
          <p:nvPr/>
        </p:nvCxnSpPr>
        <p:spPr>
          <a:xfrm>
            <a:off x="7149534" y="2205563"/>
            <a:ext cx="69062" cy="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07" name="Rectangle 806">
            <a:extLst>
              <a:ext uri="{FF2B5EF4-FFF2-40B4-BE49-F238E27FC236}">
                <a16:creationId xmlns="" xmlns:a16="http://schemas.microsoft.com/office/drawing/2014/main" id="{8A7E82B9-C2C5-4CA4-A914-1DB77DB7170C}"/>
              </a:ext>
            </a:extLst>
          </p:cNvPr>
          <p:cNvSpPr/>
          <p:nvPr/>
        </p:nvSpPr>
        <p:spPr>
          <a:xfrm>
            <a:off x="7217400" y="2144271"/>
            <a:ext cx="242888" cy="128587"/>
          </a:xfrm>
          <a:prstGeom prst="rect">
            <a:avLst/>
          </a:prstGeom>
          <a:solidFill>
            <a:srgbClr val="FFFCB4"/>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highlight>
                <a:srgbClr val="0000FF"/>
              </a:highlight>
            </a:endParaRPr>
          </a:p>
        </p:txBody>
      </p:sp>
      <p:cxnSp>
        <p:nvCxnSpPr>
          <p:cNvPr id="808" name="Straight Connector 807">
            <a:extLst>
              <a:ext uri="{FF2B5EF4-FFF2-40B4-BE49-F238E27FC236}">
                <a16:creationId xmlns="" xmlns:a16="http://schemas.microsoft.com/office/drawing/2014/main" id="{F03ED201-2379-4516-86E7-4FDC348E7682}"/>
              </a:ext>
            </a:extLst>
          </p:cNvPr>
          <p:cNvCxnSpPr>
            <a:cxnSpLocks/>
          </p:cNvCxnSpPr>
          <p:nvPr/>
        </p:nvCxnSpPr>
        <p:spPr>
          <a:xfrm flipH="1">
            <a:off x="7143092" y="2023266"/>
            <a:ext cx="599" cy="191924"/>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11" name="Rectangle 810">
            <a:extLst>
              <a:ext uri="{FF2B5EF4-FFF2-40B4-BE49-F238E27FC236}">
                <a16:creationId xmlns="" xmlns:a16="http://schemas.microsoft.com/office/drawing/2014/main" id="{396098A8-F4BD-49B1-868E-C72C706E6D2A}"/>
              </a:ext>
            </a:extLst>
          </p:cNvPr>
          <p:cNvSpPr/>
          <p:nvPr/>
        </p:nvSpPr>
        <p:spPr>
          <a:xfrm>
            <a:off x="8182970" y="1122066"/>
            <a:ext cx="242888" cy="128587"/>
          </a:xfrm>
          <a:prstGeom prst="rect">
            <a:avLst/>
          </a:prstGeom>
          <a:solidFill>
            <a:schemeClr val="tx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2" name="Straight Connector 811">
            <a:extLst>
              <a:ext uri="{FF2B5EF4-FFF2-40B4-BE49-F238E27FC236}">
                <a16:creationId xmlns="" xmlns:a16="http://schemas.microsoft.com/office/drawing/2014/main" id="{6AE06D67-6628-460D-B93F-037197BBF3B1}"/>
              </a:ext>
            </a:extLst>
          </p:cNvPr>
          <p:cNvCxnSpPr>
            <a:endCxn id="811" idx="1"/>
          </p:cNvCxnSpPr>
          <p:nvPr/>
        </p:nvCxnSpPr>
        <p:spPr>
          <a:xfrm>
            <a:off x="7621942" y="1184885"/>
            <a:ext cx="561028" cy="1475"/>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20" name="Rectangle 719">
            <a:extLst>
              <a:ext uri="{FF2B5EF4-FFF2-40B4-BE49-F238E27FC236}">
                <a16:creationId xmlns="" xmlns:a16="http://schemas.microsoft.com/office/drawing/2014/main" id="{B0E173CD-63B5-4341-B2FD-A9F8EFE6A1A1}"/>
              </a:ext>
            </a:extLst>
          </p:cNvPr>
          <p:cNvSpPr/>
          <p:nvPr/>
        </p:nvSpPr>
        <p:spPr>
          <a:xfrm>
            <a:off x="8005477" y="1506593"/>
            <a:ext cx="242888" cy="128587"/>
          </a:xfrm>
          <a:prstGeom prst="rect">
            <a:avLst/>
          </a:prstGeom>
          <a:solidFill>
            <a:srgbClr val="FF0000"/>
          </a:solidFill>
          <a:ln w="3175">
            <a:noFill/>
          </a:ln>
          <a:effectLst>
            <a:glow>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5" name="Rectangle 814">
            <a:extLst>
              <a:ext uri="{FF2B5EF4-FFF2-40B4-BE49-F238E27FC236}">
                <a16:creationId xmlns="" xmlns:a16="http://schemas.microsoft.com/office/drawing/2014/main" id="{396098A8-F4BD-49B1-868E-C72C706E6D2A}"/>
              </a:ext>
            </a:extLst>
          </p:cNvPr>
          <p:cNvSpPr/>
          <p:nvPr/>
        </p:nvSpPr>
        <p:spPr>
          <a:xfrm>
            <a:off x="6439071" y="1121791"/>
            <a:ext cx="242888" cy="12858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6" name="Straight Connector 815">
            <a:extLst>
              <a:ext uri="{FF2B5EF4-FFF2-40B4-BE49-F238E27FC236}">
                <a16:creationId xmlns="" xmlns:a16="http://schemas.microsoft.com/office/drawing/2014/main" id="{6AE06D67-6628-460D-B93F-037197BBF3B1}"/>
              </a:ext>
            </a:extLst>
          </p:cNvPr>
          <p:cNvCxnSpPr>
            <a:endCxn id="815" idx="1"/>
          </p:cNvCxnSpPr>
          <p:nvPr/>
        </p:nvCxnSpPr>
        <p:spPr>
          <a:xfrm>
            <a:off x="5878043" y="1184610"/>
            <a:ext cx="561028" cy="1475"/>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17" name="Rectangle 816">
            <a:extLst>
              <a:ext uri="{FF2B5EF4-FFF2-40B4-BE49-F238E27FC236}">
                <a16:creationId xmlns="" xmlns:a16="http://schemas.microsoft.com/office/drawing/2014/main" id="{396098A8-F4BD-49B1-868E-C72C706E6D2A}"/>
              </a:ext>
            </a:extLst>
          </p:cNvPr>
          <p:cNvSpPr/>
          <p:nvPr/>
        </p:nvSpPr>
        <p:spPr>
          <a:xfrm>
            <a:off x="4705236" y="1121516"/>
            <a:ext cx="242888" cy="12858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8" name="Straight Connector 817">
            <a:extLst>
              <a:ext uri="{FF2B5EF4-FFF2-40B4-BE49-F238E27FC236}">
                <a16:creationId xmlns="" xmlns:a16="http://schemas.microsoft.com/office/drawing/2014/main" id="{6AE06D67-6628-460D-B93F-037197BBF3B1}"/>
              </a:ext>
            </a:extLst>
          </p:cNvPr>
          <p:cNvCxnSpPr>
            <a:endCxn id="817" idx="1"/>
          </p:cNvCxnSpPr>
          <p:nvPr/>
        </p:nvCxnSpPr>
        <p:spPr>
          <a:xfrm>
            <a:off x="4144208" y="1184335"/>
            <a:ext cx="561028" cy="1475"/>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4" name="Straight Connector 323"/>
          <p:cNvCxnSpPr>
            <a:stCxn id="340" idx="2"/>
          </p:cNvCxnSpPr>
          <p:nvPr/>
        </p:nvCxnSpPr>
        <p:spPr>
          <a:xfrm flipH="1">
            <a:off x="8715376" y="3477330"/>
            <a:ext cx="29984" cy="2194924"/>
          </a:xfrm>
          <a:prstGeom prst="line">
            <a:avLst/>
          </a:prstGeom>
          <a:ln w="3175">
            <a:solidFill>
              <a:srgbClr val="7030A0"/>
            </a:solidFill>
            <a:prstDash val="sysDot"/>
          </a:ln>
        </p:spPr>
        <p:style>
          <a:lnRef idx="1">
            <a:schemeClr val="accent1"/>
          </a:lnRef>
          <a:fillRef idx="0">
            <a:schemeClr val="accent1"/>
          </a:fillRef>
          <a:effectRef idx="0">
            <a:schemeClr val="accent1"/>
          </a:effectRef>
          <a:fontRef idx="minor">
            <a:schemeClr val="tx1"/>
          </a:fontRef>
        </p:style>
      </p:cxnSp>
      <p:cxnSp>
        <p:nvCxnSpPr>
          <p:cNvPr id="327" name="Straight Arrow Connector 326"/>
          <p:cNvCxnSpPr/>
          <p:nvPr/>
        </p:nvCxnSpPr>
        <p:spPr>
          <a:xfrm flipH="1">
            <a:off x="8515349" y="3738226"/>
            <a:ext cx="200026" cy="0"/>
          </a:xfrm>
          <a:prstGeom prst="straightConnector1">
            <a:avLst/>
          </a:prstGeom>
          <a:ln w="3175">
            <a:solidFill>
              <a:srgbClr val="7030A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824" name="Straight Arrow Connector 823"/>
          <p:cNvCxnSpPr/>
          <p:nvPr/>
        </p:nvCxnSpPr>
        <p:spPr>
          <a:xfrm flipH="1">
            <a:off x="8515349" y="4202860"/>
            <a:ext cx="200026" cy="0"/>
          </a:xfrm>
          <a:prstGeom prst="straightConnector1">
            <a:avLst/>
          </a:prstGeom>
          <a:ln w="3175">
            <a:solidFill>
              <a:srgbClr val="7030A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825" name="Straight Arrow Connector 824"/>
          <p:cNvCxnSpPr/>
          <p:nvPr/>
        </p:nvCxnSpPr>
        <p:spPr>
          <a:xfrm flipH="1">
            <a:off x="8515349" y="4667494"/>
            <a:ext cx="200026" cy="0"/>
          </a:xfrm>
          <a:prstGeom prst="straightConnector1">
            <a:avLst/>
          </a:prstGeom>
          <a:ln w="3175">
            <a:solidFill>
              <a:srgbClr val="7030A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826" name="Straight Arrow Connector 825"/>
          <p:cNvCxnSpPr/>
          <p:nvPr/>
        </p:nvCxnSpPr>
        <p:spPr>
          <a:xfrm flipH="1">
            <a:off x="8515349" y="4819900"/>
            <a:ext cx="200026" cy="0"/>
          </a:xfrm>
          <a:prstGeom prst="straightConnector1">
            <a:avLst/>
          </a:prstGeom>
          <a:ln w="3175">
            <a:solidFill>
              <a:srgbClr val="7030A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827" name="Straight Arrow Connector 826"/>
          <p:cNvCxnSpPr/>
          <p:nvPr/>
        </p:nvCxnSpPr>
        <p:spPr>
          <a:xfrm flipH="1">
            <a:off x="8515349" y="5388610"/>
            <a:ext cx="200026" cy="0"/>
          </a:xfrm>
          <a:prstGeom prst="straightConnector1">
            <a:avLst/>
          </a:prstGeom>
          <a:ln w="3175">
            <a:solidFill>
              <a:srgbClr val="7030A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830" name="Straight Arrow Connector 829"/>
          <p:cNvCxnSpPr/>
          <p:nvPr/>
        </p:nvCxnSpPr>
        <p:spPr>
          <a:xfrm flipH="1">
            <a:off x="8515349" y="5682259"/>
            <a:ext cx="200026" cy="0"/>
          </a:xfrm>
          <a:prstGeom prst="straightConnector1">
            <a:avLst/>
          </a:prstGeom>
          <a:ln w="3175">
            <a:solidFill>
              <a:srgbClr val="7030A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40" name="TextBox 339"/>
          <p:cNvSpPr txBox="1"/>
          <p:nvPr/>
        </p:nvSpPr>
        <p:spPr>
          <a:xfrm>
            <a:off x="8507863" y="2995892"/>
            <a:ext cx="474993" cy="481438"/>
          </a:xfrm>
          <a:prstGeom prst="rect">
            <a:avLst/>
          </a:prstGeom>
          <a:solidFill>
            <a:srgbClr val="FF0000"/>
          </a:solidFill>
          <a:ln w="3175">
            <a:noFill/>
          </a:ln>
          <a:effectLst>
            <a:glow>
              <a:schemeClr val="accent1"/>
            </a:glow>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lstStyle>
          <a:p>
            <a:r>
              <a:rPr lang="en-US" sz="900" dirty="0"/>
              <a:t>“Key Hires”</a:t>
            </a:r>
          </a:p>
        </p:txBody>
      </p:sp>
      <p:cxnSp>
        <p:nvCxnSpPr>
          <p:cNvPr id="839" name="Straight Arrow Connector 838"/>
          <p:cNvCxnSpPr/>
          <p:nvPr/>
        </p:nvCxnSpPr>
        <p:spPr>
          <a:xfrm flipH="1">
            <a:off x="8515349" y="4057894"/>
            <a:ext cx="200026" cy="0"/>
          </a:xfrm>
          <a:prstGeom prst="straightConnector1">
            <a:avLst/>
          </a:prstGeom>
          <a:ln w="3175">
            <a:solidFill>
              <a:srgbClr val="7030A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60" name="Rectangle 359">
            <a:extLst>
              <a:ext uri="{FF2B5EF4-FFF2-40B4-BE49-F238E27FC236}">
                <a16:creationId xmlns="" xmlns:a16="http://schemas.microsoft.com/office/drawing/2014/main" id="{C8821662-C2FF-405B-9523-FBBE77270A7F}"/>
              </a:ext>
            </a:extLst>
          </p:cNvPr>
          <p:cNvSpPr/>
          <p:nvPr/>
        </p:nvSpPr>
        <p:spPr>
          <a:xfrm>
            <a:off x="6141161" y="3274405"/>
            <a:ext cx="233298" cy="80369"/>
          </a:xfrm>
          <a:prstGeom prst="rect">
            <a:avLst/>
          </a:prstGeom>
          <a:solidFill>
            <a:schemeClr val="accent5"/>
          </a:solidFill>
          <a:ln w="3175">
            <a:solidFill>
              <a:srgbClr val="00B0F0"/>
            </a:solidFill>
          </a:ln>
          <a:effectLst>
            <a:glow>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375" name="Straight Arrow Connector 374"/>
          <p:cNvCxnSpPr/>
          <p:nvPr/>
        </p:nvCxnSpPr>
        <p:spPr>
          <a:xfrm flipH="1">
            <a:off x="8514087" y="5252447"/>
            <a:ext cx="200026" cy="0"/>
          </a:xfrm>
          <a:prstGeom prst="straightConnector1">
            <a:avLst/>
          </a:prstGeom>
          <a:ln w="3175">
            <a:solidFill>
              <a:srgbClr val="7030A0"/>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274957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B7895554-05B4-4DA4-9A06-52B1F552505D}" vid="{216C6F0C-B952-4FFA-8478-4E1ABFAD07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eQuant - LemonScore - 2017-05-10</Template>
  <TotalTime>4485</TotalTime>
  <Words>3730</Words>
  <Application>Microsoft Macintosh PowerPoint</Application>
  <PresentationFormat>On-screen Show (4:3)</PresentationFormat>
  <Paragraphs>488</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Calibri</vt:lpstr>
      <vt:lpstr>Calibri Light</vt:lpstr>
      <vt:lpstr>Courier New</vt:lpstr>
      <vt:lpstr>Helvetica</vt:lpstr>
      <vt:lpstr>Mangal</vt:lpstr>
      <vt:lpstr>Arial</vt:lpstr>
      <vt:lpstr>Office Theme</vt:lpstr>
      <vt:lpstr>Target State</vt:lpstr>
      <vt:lpstr>Interim Design (2018)</vt:lpstr>
      <vt:lpstr>IT  Staffing Framework</vt:lpstr>
      <vt:lpstr>IT  Staffing Specifications and Implementation</vt:lpstr>
      <vt:lpstr>Product Management  Staffing Framework</vt:lpstr>
      <vt:lpstr>Product Management  Staffing Specifications and Implementation</vt:lpstr>
      <vt:lpstr>Field Support Staffing Framework</vt:lpstr>
      <vt:lpstr>Field Support  Staffing Specifications and Implementation</vt:lpstr>
      <vt:lpstr>Headcount Ramp-up</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Manuel Barbero</dc:creator>
  <cp:lastModifiedBy>Manuel Barbero</cp:lastModifiedBy>
  <cp:revision>91</cp:revision>
  <cp:lastPrinted>2018-02-27T04:28:51Z</cp:lastPrinted>
  <dcterms:created xsi:type="dcterms:W3CDTF">2017-08-21T16:50:51Z</dcterms:created>
  <dcterms:modified xsi:type="dcterms:W3CDTF">2018-02-28T15:51:32Z</dcterms:modified>
</cp:coreProperties>
</file>